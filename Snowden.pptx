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2" r:id="rId4"/>
  </p:sldMasterIdLst>
  <p:notesMasterIdLst>
    <p:notesMasterId r:id="rId15"/>
  </p:notesMasterIdLst>
  <p:handoutMasterIdLst>
    <p:handoutMasterId r:id="rId16"/>
  </p:handoutMasterIdLst>
  <p:sldIdLst>
    <p:sldId id="256" r:id="rId5"/>
    <p:sldId id="345" r:id="rId6"/>
    <p:sldId id="350" r:id="rId7"/>
    <p:sldId id="351" r:id="rId8"/>
    <p:sldId id="341" r:id="rId9"/>
    <p:sldId id="343" r:id="rId10"/>
    <p:sldId id="346" r:id="rId11"/>
    <p:sldId id="349" r:id="rId12"/>
    <p:sldId id="342" r:id="rId13"/>
    <p:sldId id="348" r:id="rId14"/>
  </p:sldIdLst>
  <p:sldSz cx="12192000" cy="6858000"/>
  <p:notesSz cx="6858000" cy="9144000"/>
  <p:defaultTextStyle>
    <a:defPPr rtl="0"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3C87A7C5-1F92-4413-9D75-0674452FC2E3}">
          <p14:sldIdLst>
            <p14:sldId id="256"/>
            <p14:sldId id="345"/>
            <p14:sldId id="350"/>
            <p14:sldId id="351"/>
            <p14:sldId id="341"/>
            <p14:sldId id="343"/>
          </p14:sldIdLst>
        </p14:section>
        <p14:section name="Seção sem Título" id="{2F1E4675-FCBF-4DCB-ADA5-A8DE42DE21A3}">
          <p14:sldIdLst>
            <p14:sldId id="346"/>
            <p14:sldId id="349"/>
            <p14:sldId id="342"/>
            <p14:sldId id="34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88745A-378F-4C4F-9313-06F475362990}" v="55" dt="2025-11-03T22:27:11.452"/>
  </p1510:revLst>
</p1510:revInfo>
</file>

<file path=ppt/tableStyles.xml><?xml version="1.0" encoding="utf-8"?>
<a:tblStyleLst xmlns:a="http://schemas.openxmlformats.org/drawingml/2006/main" def="{5C22544A-7EE6-4342-B048-85BDC9FD1C3A}"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226" autoAdjust="0"/>
  </p:normalViewPr>
  <p:slideViewPr>
    <p:cSldViewPr snapToGrid="0">
      <p:cViewPr varScale="1">
        <p:scale>
          <a:sx n="78" d="100"/>
          <a:sy n="78" d="100"/>
        </p:scale>
        <p:origin x="878" y="91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76" y="12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ana vitória" userId="233536027a679410" providerId="LiveId" clId="{616B4514-0CC4-4054-ADD0-63020A618BB2}"/>
    <pc:docChg chg="undo custSel addSld modSld modSection">
      <pc:chgData name="Luana vitória" userId="233536027a679410" providerId="LiveId" clId="{616B4514-0CC4-4054-ADD0-63020A618BB2}" dt="2025-11-03T22:27:15.513" v="4620" actId="113"/>
      <pc:docMkLst>
        <pc:docMk/>
      </pc:docMkLst>
      <pc:sldChg chg="modSp mod modClrScheme chgLayout">
        <pc:chgData name="Luana vitória" userId="233536027a679410" providerId="LiveId" clId="{616B4514-0CC4-4054-ADD0-63020A618BB2}" dt="2025-11-03T22:21:45.839" v="4350" actId="14100"/>
        <pc:sldMkLst>
          <pc:docMk/>
          <pc:sldMk cId="3106661278" sldId="256"/>
        </pc:sldMkLst>
        <pc:spChg chg="mod">
          <ac:chgData name="Luana vitória" userId="233536027a679410" providerId="LiveId" clId="{616B4514-0CC4-4054-ADD0-63020A618BB2}" dt="2025-11-03T22:21:45.839" v="4350" actId="14100"/>
          <ac:spMkLst>
            <pc:docMk/>
            <pc:sldMk cId="3106661278" sldId="256"/>
            <ac:spMk id="6" creationId="{6B0B2BB2-146B-4714-8570-77C449ABC0E1}"/>
          </ac:spMkLst>
        </pc:spChg>
        <pc:spChg chg="mod">
          <ac:chgData name="Luana vitória" userId="233536027a679410" providerId="LiveId" clId="{616B4514-0CC4-4054-ADD0-63020A618BB2}" dt="2025-11-03T15:51:57.655" v="4292" actId="1076"/>
          <ac:spMkLst>
            <pc:docMk/>
            <pc:sldMk cId="3106661278" sldId="256"/>
            <ac:spMk id="7" creationId="{7DEE731E-C361-4204-9B35-43843B693B77}"/>
          </ac:spMkLst>
        </pc:spChg>
        <pc:picChg chg="mod ord">
          <ac:chgData name="Luana vitória" userId="233536027a679410" providerId="LiveId" clId="{616B4514-0CC4-4054-ADD0-63020A618BB2}" dt="2025-10-27T20:54:39.265" v="584" actId="26606"/>
          <ac:picMkLst>
            <pc:docMk/>
            <pc:sldMk cId="3106661278" sldId="256"/>
            <ac:picMk id="11" creationId="{458CF8B8-D058-4FD3-9B2C-5511E2BCDE76}"/>
          </ac:picMkLst>
        </pc:picChg>
      </pc:sldChg>
      <pc:sldChg chg="addSp delSp modSp mod">
        <pc:chgData name="Luana vitória" userId="233536027a679410" providerId="LiveId" clId="{616B4514-0CC4-4054-ADD0-63020A618BB2}" dt="2025-11-03T22:27:15.513" v="4620" actId="113"/>
        <pc:sldMkLst>
          <pc:docMk/>
          <pc:sldMk cId="780098068" sldId="341"/>
        </pc:sldMkLst>
        <pc:spChg chg="mod">
          <ac:chgData name="Luana vitória" userId="233536027a679410" providerId="LiveId" clId="{616B4514-0CC4-4054-ADD0-63020A618BB2}" dt="2025-11-03T22:27:15.513" v="4620" actId="113"/>
          <ac:spMkLst>
            <pc:docMk/>
            <pc:sldMk cId="780098068" sldId="341"/>
            <ac:spMk id="15" creationId="{F95CA429-F668-43CB-B1F6-A9C08F07F983}"/>
          </ac:spMkLst>
        </pc:spChg>
        <pc:spChg chg="del">
          <ac:chgData name="Luana vitória" userId="233536027a679410" providerId="LiveId" clId="{616B4514-0CC4-4054-ADD0-63020A618BB2}" dt="2025-11-03T15:53:33.415" v="4300" actId="21"/>
          <ac:spMkLst>
            <pc:docMk/>
            <pc:sldMk cId="780098068" sldId="341"/>
            <ac:spMk id="18" creationId="{D453A211-65B5-48E3-96AC-ADE300F4D687}"/>
          </ac:spMkLst>
        </pc:spChg>
        <pc:picChg chg="add mod">
          <ac:chgData name="Luana vitória" userId="233536027a679410" providerId="LiveId" clId="{616B4514-0CC4-4054-ADD0-63020A618BB2}" dt="2025-11-03T15:53:26.974" v="4299" actId="14100"/>
          <ac:picMkLst>
            <pc:docMk/>
            <pc:sldMk cId="780098068" sldId="341"/>
            <ac:picMk id="2" creationId="{7E011BAE-DD46-3838-BA16-8EE235788A4D}"/>
          </ac:picMkLst>
        </pc:picChg>
        <pc:picChg chg="mod">
          <ac:chgData name="Luana vitória" userId="233536027a679410" providerId="LiveId" clId="{616B4514-0CC4-4054-ADD0-63020A618BB2}" dt="2025-10-27T20:52:54.464" v="571" actId="14826"/>
          <ac:picMkLst>
            <pc:docMk/>
            <pc:sldMk cId="780098068" sldId="341"/>
            <ac:picMk id="11" creationId="{FE5067FA-41D2-404F-9E22-8AE2507577BE}"/>
          </ac:picMkLst>
        </pc:picChg>
      </pc:sldChg>
      <pc:sldChg chg="modSp mod">
        <pc:chgData name="Luana vitória" userId="233536027a679410" providerId="LiveId" clId="{616B4514-0CC4-4054-ADD0-63020A618BB2}" dt="2025-11-02T16:46:56.376" v="892"/>
        <pc:sldMkLst>
          <pc:docMk/>
          <pc:sldMk cId="1137310566" sldId="342"/>
        </pc:sldMkLst>
        <pc:spChg chg="mod">
          <ac:chgData name="Luana vitória" userId="233536027a679410" providerId="LiveId" clId="{616B4514-0CC4-4054-ADD0-63020A618BB2}" dt="2025-11-02T16:46:56.376" v="892"/>
          <ac:spMkLst>
            <pc:docMk/>
            <pc:sldMk cId="1137310566" sldId="342"/>
            <ac:spMk id="7" creationId="{86901BAB-EB38-F3CC-05C4-26DE2CD15624}"/>
          </ac:spMkLst>
        </pc:spChg>
      </pc:sldChg>
      <pc:sldChg chg="addSp delSp modSp mod">
        <pc:chgData name="Luana vitória" userId="233536027a679410" providerId="LiveId" clId="{616B4514-0CC4-4054-ADD0-63020A618BB2}" dt="2025-11-03T15:50:28.246" v="4290" actId="20577"/>
        <pc:sldMkLst>
          <pc:docMk/>
          <pc:sldMk cId="2129010253" sldId="343"/>
        </pc:sldMkLst>
        <pc:spChg chg="mod">
          <ac:chgData name="Luana vitória" userId="233536027a679410" providerId="LiveId" clId="{616B4514-0CC4-4054-ADD0-63020A618BB2}" dt="2025-11-03T15:45:02.656" v="4213" actId="20577"/>
          <ac:spMkLst>
            <pc:docMk/>
            <pc:sldMk cId="2129010253" sldId="343"/>
            <ac:spMk id="5" creationId="{02E04E8F-2D23-4DA1-95F8-B758F6D3C8F9}"/>
          </ac:spMkLst>
        </pc:spChg>
        <pc:spChg chg="mod">
          <ac:chgData name="Luana vitória" userId="233536027a679410" providerId="LiveId" clId="{616B4514-0CC4-4054-ADD0-63020A618BB2}" dt="2025-11-03T15:50:28.246" v="4290" actId="20577"/>
          <ac:spMkLst>
            <pc:docMk/>
            <pc:sldMk cId="2129010253" sldId="343"/>
            <ac:spMk id="6" creationId="{FA7D6E7D-019F-4C81-AB67-977ED710707D}"/>
          </ac:spMkLst>
        </pc:spChg>
        <pc:picChg chg="add del mod">
          <ac:chgData name="Luana vitória" userId="233536027a679410" providerId="LiveId" clId="{616B4514-0CC4-4054-ADD0-63020A618BB2}" dt="2025-10-27T20:45:39.137" v="188" actId="14826"/>
          <ac:picMkLst>
            <pc:docMk/>
            <pc:sldMk cId="2129010253" sldId="343"/>
            <ac:picMk id="11" creationId="{00D18BE2-6264-751D-343D-C07DA940C10B}"/>
          </ac:picMkLst>
        </pc:picChg>
      </pc:sldChg>
      <pc:sldChg chg="modSp mod">
        <pc:chgData name="Luana vitória" userId="233536027a679410" providerId="LiveId" clId="{616B4514-0CC4-4054-ADD0-63020A618BB2}" dt="2025-11-03T22:22:06.066" v="4601" actId="20577"/>
        <pc:sldMkLst>
          <pc:docMk/>
          <pc:sldMk cId="4251534116" sldId="345"/>
        </pc:sldMkLst>
        <pc:spChg chg="mod">
          <ac:chgData name="Luana vitória" userId="233536027a679410" providerId="LiveId" clId="{616B4514-0CC4-4054-ADD0-63020A618BB2}" dt="2025-10-27T23:05:13.860" v="810" actId="20577"/>
          <ac:spMkLst>
            <pc:docMk/>
            <pc:sldMk cId="4251534116" sldId="345"/>
            <ac:spMk id="3" creationId="{DFB677E5-E523-4E86-B284-DC459250C5E3}"/>
          </ac:spMkLst>
        </pc:spChg>
        <pc:graphicFrameChg chg="mod modGraphic">
          <ac:chgData name="Luana vitória" userId="233536027a679410" providerId="LiveId" clId="{616B4514-0CC4-4054-ADD0-63020A618BB2}" dt="2025-11-03T22:22:06.066" v="4601" actId="20577"/>
          <ac:graphicFrameMkLst>
            <pc:docMk/>
            <pc:sldMk cId="4251534116" sldId="345"/>
            <ac:graphicFrameMk id="48" creationId="{4D2A3CE4-FB20-4385-A3CA-A58FA355C368}"/>
          </ac:graphicFrameMkLst>
        </pc:graphicFrameChg>
      </pc:sldChg>
      <pc:sldChg chg="addSp delSp modSp mod">
        <pc:chgData name="Luana vitória" userId="233536027a679410" providerId="LiveId" clId="{616B4514-0CC4-4054-ADD0-63020A618BB2}" dt="2025-10-27T20:51:56.003" v="568" actId="27614"/>
        <pc:sldMkLst>
          <pc:docMk/>
          <pc:sldMk cId="1304280186" sldId="348"/>
        </pc:sldMkLst>
        <pc:picChg chg="add mod">
          <ac:chgData name="Luana vitória" userId="233536027a679410" providerId="LiveId" clId="{616B4514-0CC4-4054-ADD0-63020A618BB2}" dt="2025-10-27T20:51:56.003" v="568" actId="27614"/>
          <ac:picMkLst>
            <pc:docMk/>
            <pc:sldMk cId="1304280186" sldId="348"/>
            <ac:picMk id="5" creationId="{7B2C04C2-D272-AE85-BB6A-B9D6901897E3}"/>
          </ac:picMkLst>
        </pc:picChg>
      </pc:sldChg>
      <pc:sldChg chg="delSp modSp mod modClrScheme chgLayout">
        <pc:chgData name="Luana vitória" userId="233536027a679410" providerId="LiveId" clId="{616B4514-0CC4-4054-ADD0-63020A618BB2}" dt="2025-11-03T15:40:24.577" v="3938" actId="1076"/>
        <pc:sldMkLst>
          <pc:docMk/>
          <pc:sldMk cId="2664647364" sldId="350"/>
        </pc:sldMkLst>
        <pc:spChg chg="mod">
          <ac:chgData name="Luana vitória" userId="233536027a679410" providerId="LiveId" clId="{616B4514-0CC4-4054-ADD0-63020A618BB2}" dt="2025-10-27T20:56:43.927" v="655" actId="26606"/>
          <ac:spMkLst>
            <pc:docMk/>
            <pc:sldMk cId="2664647364" sldId="350"/>
            <ac:spMk id="5" creationId="{AD489CE4-1325-1CCA-9EC0-6304284867CB}"/>
          </ac:spMkLst>
        </pc:spChg>
        <pc:spChg chg="mod">
          <ac:chgData name="Luana vitória" userId="233536027a679410" providerId="LiveId" clId="{616B4514-0CC4-4054-ADD0-63020A618BB2}" dt="2025-11-03T15:40:24.577" v="3938" actId="1076"/>
          <ac:spMkLst>
            <pc:docMk/>
            <pc:sldMk cId="2664647364" sldId="350"/>
            <ac:spMk id="11" creationId="{0D2E9CD5-1249-E48F-2B78-B54C81694C2B}"/>
          </ac:spMkLst>
        </pc:spChg>
        <pc:graphicFrameChg chg="mod modGraphic">
          <ac:chgData name="Luana vitória" userId="233536027a679410" providerId="LiveId" clId="{616B4514-0CC4-4054-ADD0-63020A618BB2}" dt="2025-10-27T20:57:24.060" v="661" actId="14100"/>
          <ac:graphicFrameMkLst>
            <pc:docMk/>
            <pc:sldMk cId="2664647364" sldId="350"/>
            <ac:graphicFrameMk id="7" creationId="{F585F0CC-5EF5-96B5-C186-1E48387B06F0}"/>
          </ac:graphicFrameMkLst>
        </pc:graphicFrameChg>
      </pc:sldChg>
      <pc:sldChg chg="addSp delSp modSp add mod modClrScheme chgLayout">
        <pc:chgData name="Luana vitória" userId="233536027a679410" providerId="LiveId" clId="{616B4514-0CC4-4054-ADD0-63020A618BB2}" dt="2025-11-03T15:52:27.449" v="4295" actId="21"/>
        <pc:sldMkLst>
          <pc:docMk/>
          <pc:sldMk cId="4213815542" sldId="351"/>
        </pc:sldMkLst>
        <pc:spChg chg="mod">
          <ac:chgData name="Luana vitória" userId="233536027a679410" providerId="LiveId" clId="{616B4514-0CC4-4054-ADD0-63020A618BB2}" dt="2025-11-03T15:44:37.287" v="4211" actId="26606"/>
          <ac:spMkLst>
            <pc:docMk/>
            <pc:sldMk cId="4213815542" sldId="351"/>
            <ac:spMk id="5" creationId="{36732B88-42FB-BCCC-D93D-44BAA8D93467}"/>
          </ac:spMkLst>
        </pc:spChg>
        <pc:spChg chg="mod">
          <ac:chgData name="Luana vitória" userId="233536027a679410" providerId="LiveId" clId="{616B4514-0CC4-4054-ADD0-63020A618BB2}" dt="2025-11-03T15:52:14.646" v="4293" actId="1076"/>
          <ac:spMkLst>
            <pc:docMk/>
            <pc:sldMk cId="4213815542" sldId="351"/>
            <ac:spMk id="11" creationId="{5E5625A7-118E-E248-134A-57488A5E9037}"/>
          </ac:spMkLst>
        </pc:spChg>
        <pc:spChg chg="add del mod">
          <ac:chgData name="Luana vitória" userId="233536027a679410" providerId="LiveId" clId="{616B4514-0CC4-4054-ADD0-63020A618BB2}" dt="2025-11-03T15:52:22.538" v="4294" actId="21"/>
          <ac:spMkLst>
            <pc:docMk/>
            <pc:sldMk cId="4213815542" sldId="351"/>
            <ac:spMk id="16" creationId="{0CC9D764-364E-A717-A0C1-5CFBA0AFC636}"/>
          </ac:spMkLst>
        </pc:spChg>
        <pc:spChg chg="add del mod">
          <ac:chgData name="Luana vitória" userId="233536027a679410" providerId="LiveId" clId="{616B4514-0CC4-4054-ADD0-63020A618BB2}" dt="2025-11-03T15:52:27.449" v="4295" actId="21"/>
          <ac:spMkLst>
            <pc:docMk/>
            <pc:sldMk cId="4213815542" sldId="351"/>
            <ac:spMk id="18" creationId="{DD25A056-97CE-84DC-9D4D-8D3D07516F03}"/>
          </ac:spMkLst>
        </pc:spChg>
        <pc:graphicFrameChg chg="mod modGraphic">
          <ac:chgData name="Luana vitória" userId="233536027a679410" providerId="LiveId" clId="{616B4514-0CC4-4054-ADD0-63020A618BB2}" dt="2025-11-03T15:44:37.287" v="4211" actId="26606"/>
          <ac:graphicFrameMkLst>
            <pc:docMk/>
            <pc:sldMk cId="4213815542" sldId="351"/>
            <ac:graphicFrameMk id="7" creationId="{88ECC80C-6549-3F12-A376-9C1831EB1C99}"/>
          </ac:graphicFrameMkLst>
        </pc:graphicFrame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4D67ED0-6EEA-48F6-A9C1-BE754AABC76A}" type="doc">
      <dgm:prSet loTypeId="urn:microsoft.com/office/officeart/2017/3/layout/HorizontalPathTimeline#2" loCatId="other" qsTypeId="urn:microsoft.com/office/officeart/2005/8/quickstyle/simple1" qsCatId="simple" csTypeId="urn:microsoft.com/office/officeart/2005/8/colors/accent1_2" csCatId="accent1" phldr="1"/>
      <dgm:spPr/>
      <dgm:t>
        <a:bodyPr rtlCol="0"/>
        <a:lstStyle/>
        <a:p>
          <a:pPr rtl="0"/>
          <a:endParaRPr lang="en-US"/>
        </a:p>
      </dgm:t>
    </dgm:pt>
    <dgm:pt modelId="{AE62509E-8FD5-4BC0-8484-49407DA07B2D}">
      <dgm:prSet phldrT="[Text]" custT="1"/>
      <dgm:spPr/>
      <dgm:t>
        <a:bodyPr rtlCol="0"/>
        <a:lstStyle/>
        <a:p>
          <a:pPr rtl="0">
            <a:lnSpc>
              <a:spcPct val="100000"/>
            </a:lnSpc>
            <a:spcAft>
              <a:spcPts val="0"/>
            </a:spcAft>
          </a:pPr>
          <a:r>
            <a:rPr lang="pt-BR" sz="2400" b="1" spc="100" noProof="0" dirty="0"/>
            <a:t>1</a:t>
          </a:r>
        </a:p>
      </dgm:t>
    </dgm:pt>
    <dgm:pt modelId="{8F2C679D-77AF-46F9-9ACE-1E1D440B1883}" type="parTrans" cxnId="{B681E0E7-0B3A-4DB8-BF19-F9AE0E1C787B}">
      <dgm:prSet/>
      <dgm:spPr/>
      <dgm:t>
        <a:bodyPr rtlCol="0"/>
        <a:lstStyle/>
        <a:p>
          <a:pPr rtl="0"/>
          <a:endParaRPr lang="pt-BR" noProof="0" dirty="0"/>
        </a:p>
      </dgm:t>
    </dgm:pt>
    <dgm:pt modelId="{5C2CB4AF-F88D-4FBE-A40E-0CC048A23B9E}" type="sibTrans" cxnId="{B681E0E7-0B3A-4DB8-BF19-F9AE0E1C787B}">
      <dgm:prSet/>
      <dgm:spPr/>
      <dgm:t>
        <a:bodyPr rtlCol="0"/>
        <a:lstStyle/>
        <a:p>
          <a:pPr rtl="0"/>
          <a:endParaRPr lang="pt-BR" noProof="0" dirty="0"/>
        </a:p>
      </dgm:t>
    </dgm:pt>
    <dgm:pt modelId="{20928AAA-F457-4A09-8AAC-A82210983FBE}">
      <dgm:prSet phldrT="[Text]" custT="1"/>
      <dgm:spPr/>
      <dgm:t>
        <a:bodyPr rtlCol="0"/>
        <a:lstStyle/>
        <a:p>
          <a:pPr rtl="0">
            <a:lnSpc>
              <a:spcPct val="100000"/>
            </a:lnSpc>
            <a:spcAft>
              <a:spcPts val="0"/>
            </a:spcAft>
          </a:pPr>
          <a:r>
            <a:rPr lang="pt-BR" sz="2400" b="1" spc="100" noProof="0" dirty="0"/>
            <a:t>2</a:t>
          </a:r>
        </a:p>
      </dgm:t>
    </dgm:pt>
    <dgm:pt modelId="{915085CE-2C78-4B64-8FF4-E48DB7BD55D2}" type="parTrans" cxnId="{BA476174-221B-4A3D-B4E2-5FCC084B59D3}">
      <dgm:prSet/>
      <dgm:spPr/>
      <dgm:t>
        <a:bodyPr rtlCol="0"/>
        <a:lstStyle/>
        <a:p>
          <a:pPr rtl="0"/>
          <a:endParaRPr lang="pt-BR" noProof="0" dirty="0"/>
        </a:p>
      </dgm:t>
    </dgm:pt>
    <dgm:pt modelId="{EB5D5454-A5E9-4E37-B514-DFC5324A66C0}" type="sibTrans" cxnId="{BA476174-221B-4A3D-B4E2-5FCC084B59D3}">
      <dgm:prSet/>
      <dgm:spPr/>
      <dgm:t>
        <a:bodyPr rtlCol="0"/>
        <a:lstStyle/>
        <a:p>
          <a:pPr rtl="0"/>
          <a:endParaRPr lang="pt-BR" noProof="0" dirty="0"/>
        </a:p>
      </dgm:t>
    </dgm:pt>
    <dgm:pt modelId="{9C6534A9-4C27-4998-80A5-DF23882CAE25}">
      <dgm:prSet phldrT="[Text]" custT="1"/>
      <dgm:spPr/>
      <dgm:t>
        <a:bodyPr/>
        <a:lstStyle/>
        <a:p>
          <a:pPr>
            <a:lnSpc>
              <a:spcPct val="90000"/>
            </a:lnSpc>
            <a:spcAft>
              <a:spcPts val="0"/>
            </a:spcAft>
            <a:buNone/>
          </a:pPr>
          <a:r>
            <a:rPr lang="pt-BR" sz="1200" b="0" i="0" dirty="0"/>
            <a:t>Após baixar milhares de documentos da Agência Nacional de Segurança (NSA,) e da CIA, Edward Snowden mostrou como o serviço de inteligência dos Estados Unidos era capaz de coletar dados de pessoas de todo o mundo.</a:t>
          </a:r>
          <a:endParaRPr lang="pt-BR" sz="1200" spc="0" baseline="0" noProof="0" dirty="0"/>
        </a:p>
      </dgm:t>
    </dgm:pt>
    <dgm:pt modelId="{0AA7231B-9394-4732-A7BE-3EB3CF2F8D70}" type="parTrans" cxnId="{82290D4D-2346-4E6C-B254-B9EAA4D01A23}">
      <dgm:prSet/>
      <dgm:spPr/>
      <dgm:t>
        <a:bodyPr rtlCol="0"/>
        <a:lstStyle/>
        <a:p>
          <a:pPr rtl="0"/>
          <a:endParaRPr lang="pt-BR" noProof="0" dirty="0"/>
        </a:p>
      </dgm:t>
    </dgm:pt>
    <dgm:pt modelId="{83B69D46-737C-4589-B359-6BD9DD58BC91}" type="sibTrans" cxnId="{82290D4D-2346-4E6C-B254-B9EAA4D01A23}">
      <dgm:prSet/>
      <dgm:spPr/>
      <dgm:t>
        <a:bodyPr rtlCol="0"/>
        <a:lstStyle/>
        <a:p>
          <a:pPr rtl="0"/>
          <a:endParaRPr lang="pt-BR" noProof="0" dirty="0"/>
        </a:p>
      </dgm:t>
    </dgm:pt>
    <dgm:pt modelId="{03738E35-4243-4E7D-A93F-C07DA3901E78}">
      <dgm:prSet phldrT="[Text]" custT="1"/>
      <dgm:spPr/>
      <dgm:t>
        <a:bodyPr rtlCol="0"/>
        <a:lstStyle/>
        <a:p>
          <a:pPr rtl="0">
            <a:lnSpc>
              <a:spcPct val="100000"/>
            </a:lnSpc>
            <a:spcAft>
              <a:spcPts val="0"/>
            </a:spcAft>
          </a:pPr>
          <a:r>
            <a:rPr lang="pt-BR" sz="2600" b="1" spc="100" baseline="0" noProof="0" dirty="0"/>
            <a:t>3</a:t>
          </a:r>
        </a:p>
      </dgm:t>
    </dgm:pt>
    <dgm:pt modelId="{DABBAF6C-D1C9-42E1-B928-5ACDE3D21AB0}" type="parTrans" cxnId="{E41AD5BE-76F3-4A9E-8059-7FC968661703}">
      <dgm:prSet/>
      <dgm:spPr/>
      <dgm:t>
        <a:bodyPr rtlCol="0"/>
        <a:lstStyle/>
        <a:p>
          <a:pPr rtl="0"/>
          <a:endParaRPr lang="pt-BR" noProof="0" dirty="0"/>
        </a:p>
      </dgm:t>
    </dgm:pt>
    <dgm:pt modelId="{6BF5896A-A334-45B0-B451-09159F55B184}" type="sibTrans" cxnId="{E41AD5BE-76F3-4A9E-8059-7FC968661703}">
      <dgm:prSet/>
      <dgm:spPr/>
      <dgm:t>
        <a:bodyPr rtlCol="0"/>
        <a:lstStyle/>
        <a:p>
          <a:pPr rtl="0"/>
          <a:endParaRPr lang="pt-BR" noProof="0" dirty="0"/>
        </a:p>
      </dgm:t>
    </dgm:pt>
    <dgm:pt modelId="{34C8CD19-04E2-4488-965F-DC841C470D45}">
      <dgm:prSet phldrT="[Text]" custT="1"/>
      <dgm:spPr/>
      <dgm:t>
        <a:bodyPr rtlCol="0"/>
        <a:lstStyle/>
        <a:p>
          <a:pPr rtl="0">
            <a:lnSpc>
              <a:spcPct val="90000"/>
            </a:lnSpc>
            <a:spcAft>
              <a:spcPts val="0"/>
            </a:spcAft>
            <a:buFont typeface="Arial" panose="020B0604020202020204" pitchFamily="34" charset="0"/>
            <a:buChar char="•"/>
          </a:pPr>
          <a:r>
            <a:rPr lang="pt-BR" sz="1200" spc="0" baseline="0" noProof="0" dirty="0"/>
            <a:t>Os documentos acessados por Snowden mostraram que o país conseguia, acessar celulares de líderes globais, e coletar dados, através de um programa chamado </a:t>
          </a:r>
          <a:r>
            <a:rPr lang="pt-BR" sz="1200" spc="0" baseline="0" noProof="0" dirty="0" err="1"/>
            <a:t>Prism</a:t>
          </a:r>
          <a:r>
            <a:rPr lang="pt-BR" sz="1200" spc="0" baseline="0" noProof="0" dirty="0"/>
            <a:t>, de grandes empresas de tecnologia, como o Google e o Facebook, independentemente do consentimento dos usuários. </a:t>
          </a:r>
        </a:p>
      </dgm:t>
    </dgm:pt>
    <dgm:pt modelId="{CD5F7DE2-2AD1-4CE8-AAC7-AD9C8E180CEA}" type="parTrans" cxnId="{07030C4E-4D62-4240-B10F-E41B801C763E}">
      <dgm:prSet/>
      <dgm:spPr/>
      <dgm:t>
        <a:bodyPr rtlCol="0"/>
        <a:lstStyle/>
        <a:p>
          <a:pPr rtl="0"/>
          <a:endParaRPr lang="pt-BR" noProof="0" dirty="0"/>
        </a:p>
      </dgm:t>
    </dgm:pt>
    <dgm:pt modelId="{7CE5955C-EC28-4D1B-9459-0C5458B1797D}" type="sibTrans" cxnId="{07030C4E-4D62-4240-B10F-E41B801C763E}">
      <dgm:prSet/>
      <dgm:spPr/>
      <dgm:t>
        <a:bodyPr rtlCol="0"/>
        <a:lstStyle/>
        <a:p>
          <a:pPr rtl="0"/>
          <a:endParaRPr lang="pt-BR" noProof="0" dirty="0"/>
        </a:p>
      </dgm:t>
    </dgm:pt>
    <dgm:pt modelId="{B296910E-5EDD-40B6-9F5C-49436E692D0A}">
      <dgm:prSet custT="1"/>
      <dgm:spPr/>
      <dgm:t>
        <a:bodyPr rtlCol="0"/>
        <a:lstStyle/>
        <a:p>
          <a:pPr rtl="0">
            <a:buFont typeface="Arial" panose="020B0604020202020204" pitchFamily="34" charset="0"/>
            <a:buChar char="•"/>
          </a:pPr>
          <a:endParaRPr lang="pt-BR" sz="1200" spc="0" baseline="0" noProof="0" dirty="0"/>
        </a:p>
      </dgm:t>
    </dgm:pt>
    <dgm:pt modelId="{911B340C-3486-4299-920E-5DB640C4EDC9}" type="parTrans" cxnId="{047969A5-710C-4C0E-B61E-734F166269A0}">
      <dgm:prSet/>
      <dgm:spPr/>
      <dgm:t>
        <a:bodyPr rtlCol="0"/>
        <a:lstStyle/>
        <a:p>
          <a:pPr rtl="0"/>
          <a:endParaRPr lang="pt-BR" noProof="0" dirty="0"/>
        </a:p>
      </dgm:t>
    </dgm:pt>
    <dgm:pt modelId="{33A0507C-F24C-416A-8E94-DB84555D29CB}" type="sibTrans" cxnId="{047969A5-710C-4C0E-B61E-734F166269A0}">
      <dgm:prSet/>
      <dgm:spPr/>
      <dgm:t>
        <a:bodyPr rtlCol="0"/>
        <a:lstStyle/>
        <a:p>
          <a:pPr rtl="0"/>
          <a:endParaRPr lang="pt-BR" noProof="0" dirty="0"/>
        </a:p>
      </dgm:t>
    </dgm:pt>
    <dgm:pt modelId="{54A260F9-80FA-4E2A-BE87-2C0670B83857}">
      <dgm:prSet phldrT="[Text]" custT="1"/>
      <dgm:spPr/>
      <dgm:t>
        <a:bodyPr/>
        <a:lstStyle/>
        <a:p>
          <a:pPr>
            <a:lnSpc>
              <a:spcPct val="90000"/>
            </a:lnSpc>
            <a:spcAft>
              <a:spcPts val="0"/>
            </a:spcAft>
            <a:buNone/>
          </a:pPr>
          <a:r>
            <a:rPr lang="pt-BR" sz="1200" spc="0" baseline="0" noProof="0" dirty="0"/>
            <a:t>Há dez anos, um analista da Inteligência dos Estados Unidos revelou ao mundo a dimensão do sistema de espionagem norte-americano.</a:t>
          </a:r>
        </a:p>
      </dgm:t>
    </dgm:pt>
    <dgm:pt modelId="{3E4E3177-8F1B-40ED-B20A-6A6F0041E180}" type="parTrans" cxnId="{DC4F122C-07EE-4C68-86E9-FB410DED3CC4}">
      <dgm:prSet/>
      <dgm:spPr/>
      <dgm:t>
        <a:bodyPr rtlCol="0"/>
        <a:lstStyle/>
        <a:p>
          <a:pPr rtl="0"/>
          <a:endParaRPr lang="pt-BR" noProof="0" dirty="0"/>
        </a:p>
      </dgm:t>
    </dgm:pt>
    <dgm:pt modelId="{BA9E60E0-CF2E-4096-A9F4-556713DB9AE4}" type="sibTrans" cxnId="{DC4F122C-07EE-4C68-86E9-FB410DED3CC4}">
      <dgm:prSet/>
      <dgm:spPr/>
      <dgm:t>
        <a:bodyPr rtlCol="0"/>
        <a:lstStyle/>
        <a:p>
          <a:pPr rtl="0"/>
          <a:endParaRPr lang="pt-BR" noProof="0" dirty="0"/>
        </a:p>
      </dgm:t>
    </dgm:pt>
    <dgm:pt modelId="{962BFD33-E216-4331-BBD8-38EEDAB2E2C0}">
      <dgm:prSet phldrT="[Text]" custT="1"/>
      <dgm:spPr/>
      <dgm:t>
        <a:bodyPr rtlCol="0"/>
        <a:lstStyle/>
        <a:p>
          <a:pPr rtl="0">
            <a:lnSpc>
              <a:spcPct val="90000"/>
            </a:lnSpc>
            <a:spcAft>
              <a:spcPts val="0"/>
            </a:spcAft>
            <a:buFont typeface="Arial" panose="020B0604020202020204" pitchFamily="34" charset="0"/>
            <a:buChar char="•"/>
          </a:pPr>
          <a:r>
            <a:rPr lang="pt-BR" sz="2400" b="1" spc="100" noProof="0" dirty="0"/>
            <a:t>4</a:t>
          </a:r>
        </a:p>
      </dgm:t>
    </dgm:pt>
    <dgm:pt modelId="{AB5F98BE-C987-462F-85E3-90E8BE69A319}" type="parTrans" cxnId="{60B9E6C0-E65D-4B75-8640-63A9E1165714}">
      <dgm:prSet/>
      <dgm:spPr/>
      <dgm:t>
        <a:bodyPr rtlCol="0"/>
        <a:lstStyle/>
        <a:p>
          <a:pPr rtl="0"/>
          <a:endParaRPr lang="pt-BR" noProof="0" dirty="0"/>
        </a:p>
      </dgm:t>
    </dgm:pt>
    <dgm:pt modelId="{FF557E39-8331-4155-901F-701688C4CCAD}" type="sibTrans" cxnId="{60B9E6C0-E65D-4B75-8640-63A9E1165714}">
      <dgm:prSet/>
      <dgm:spPr/>
      <dgm:t>
        <a:bodyPr rtlCol="0"/>
        <a:lstStyle/>
        <a:p>
          <a:pPr rtl="0"/>
          <a:endParaRPr lang="pt-BR" noProof="0" dirty="0"/>
        </a:p>
      </dgm:t>
    </dgm:pt>
    <dgm:pt modelId="{93C358AC-5BA0-4CB6-B22F-1B95FA53D0F3}" type="pres">
      <dgm:prSet presAssocID="{44D67ED0-6EEA-48F6-A9C1-BE754AABC76A}" presName="root" presStyleCnt="0">
        <dgm:presLayoutVars>
          <dgm:chMax/>
          <dgm:chPref/>
          <dgm:dir/>
          <dgm:animLvl val="lvl"/>
        </dgm:presLayoutVars>
      </dgm:prSet>
      <dgm:spPr/>
    </dgm:pt>
    <dgm:pt modelId="{9F83E70B-EE6D-407B-8E1F-FE26817B3B1D}" type="pres">
      <dgm:prSet presAssocID="{44D67ED0-6EEA-48F6-A9C1-BE754AABC76A}" presName="divider" presStyleLbl="asst0" presStyleIdx="0" presStyleCnt="1"/>
      <dgm:spPr>
        <a:solidFill>
          <a:schemeClr val="accent3"/>
        </a:solidFill>
        <a:ln>
          <a:noFill/>
        </a:ln>
      </dgm:spPr>
    </dgm:pt>
    <dgm:pt modelId="{EE6F6E1A-AC88-44BD-8034-0C2734A7943C}" type="pres">
      <dgm:prSet presAssocID="{44D67ED0-6EEA-48F6-A9C1-BE754AABC76A}" presName="nodes" presStyleCnt="0">
        <dgm:presLayoutVars>
          <dgm:chMax/>
          <dgm:chPref/>
          <dgm:animLvl val="lvl"/>
        </dgm:presLayoutVars>
      </dgm:prSet>
      <dgm:spPr/>
    </dgm:pt>
    <dgm:pt modelId="{27CC3FEA-4989-4FE6-A03A-48D0F90DB146}" type="pres">
      <dgm:prSet presAssocID="{AE62509E-8FD5-4BC0-8484-49407DA07B2D}" presName="composite" presStyleCnt="0"/>
      <dgm:spPr/>
    </dgm:pt>
    <dgm:pt modelId="{B3AC6DBE-85B6-4AF3-BADF-7E1E82B735CC}" type="pres">
      <dgm:prSet presAssocID="{AE62509E-8FD5-4BC0-8484-49407DA07B2D}" presName="ConnectorPoint" presStyleLbl="fgAcc1" presStyleIdx="0" presStyleCnt="4"/>
      <dgm:spPr>
        <a:ln>
          <a:noFill/>
        </a:ln>
      </dgm:spPr>
    </dgm:pt>
    <dgm:pt modelId="{EAA550E8-D286-40B4-9B20-40DE0FCA02CE}" type="pres">
      <dgm:prSet presAssocID="{AE62509E-8FD5-4BC0-8484-49407DA07B2D}" presName="ConnectLine" presStyleLbl="alignNode1" presStyleIdx="0" presStyleCnt="4"/>
      <dgm:spPr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13B6FF8E-261C-4941-9C10-4D13C6F1D5E7}" type="pres">
      <dgm:prSet presAssocID="{AE62509E-8FD5-4BC0-8484-49407DA07B2D}" presName="FlexibleEmptyPlaceHolder" presStyleCnt="0"/>
      <dgm:spPr/>
    </dgm:pt>
    <dgm:pt modelId="{408DCC00-CC60-4F76-9C61-F00E7DBFC778}" type="pres">
      <dgm:prSet presAssocID="{AE62509E-8FD5-4BC0-8484-49407DA07B2D}" presName="L2TextContainer" presStyleLbl="bgAcc1" presStyleIdx="0" presStyleCnt="4" custScaleX="113101" custScaleY="112673" custLinFactNeighborX="1850" custLinFactNeighborY="-2990">
        <dgm:presLayoutVars>
          <dgm:chMax val="0"/>
          <dgm:chPref val="0"/>
          <dgm:bulletEnabled val="1"/>
        </dgm:presLayoutVars>
      </dgm:prSet>
      <dgm:spPr/>
    </dgm:pt>
    <dgm:pt modelId="{5C96A5F5-16B2-4AEA-9591-B66C220F4A65}" type="pres">
      <dgm:prSet presAssocID="{AE62509E-8FD5-4BC0-8484-49407DA07B2D}" presName="L1TextContainer" presStyleLbl="revTx" presStyleIdx="0" presStyleCnt="4" custLinFactNeighborX="3217" custLinFactNeighborY="0">
        <dgm:presLayoutVars>
          <dgm:chMax val="1"/>
          <dgm:chPref val="1"/>
          <dgm:bulletEnabled val="1"/>
        </dgm:presLayoutVars>
      </dgm:prSet>
      <dgm:spPr/>
    </dgm:pt>
    <dgm:pt modelId="{22931EBF-FF0E-4476-B965-7C4CFFC57D5D}" type="pres">
      <dgm:prSet presAssocID="{AE62509E-8FD5-4BC0-8484-49407DA07B2D}" presName="EmptyPlaceHolder" presStyleCnt="0"/>
      <dgm:spPr/>
    </dgm:pt>
    <dgm:pt modelId="{E3B24336-549D-49F0-9359-D66050EB5874}" type="pres">
      <dgm:prSet presAssocID="{5C2CB4AF-F88D-4FBE-A40E-0CC048A23B9E}" presName="spaceBetweenRectangles" presStyleCnt="0"/>
      <dgm:spPr/>
    </dgm:pt>
    <dgm:pt modelId="{8BD40F87-7EF8-4BE4-972F-FA3FE5A18736}" type="pres">
      <dgm:prSet presAssocID="{20928AAA-F457-4A09-8AAC-A82210983FBE}" presName="composite" presStyleCnt="0"/>
      <dgm:spPr/>
    </dgm:pt>
    <dgm:pt modelId="{F34C40A7-6131-4EF1-9887-E7EEA86D1562}" type="pres">
      <dgm:prSet presAssocID="{20928AAA-F457-4A09-8AAC-A82210983FBE}" presName="ConnectorPoint" presStyleLbl="fgAcc1" presStyleIdx="1" presStyleCnt="4"/>
      <dgm:spPr>
        <a:ln>
          <a:noFill/>
        </a:ln>
      </dgm:spPr>
    </dgm:pt>
    <dgm:pt modelId="{14186A17-7B9F-4674-AD57-FF0C87A3CB32}" type="pres">
      <dgm:prSet presAssocID="{20928AAA-F457-4A09-8AAC-A82210983FBE}" presName="ConnectLine" presStyleLbl="alignNode1" presStyleIdx="1" presStyleCnt="4"/>
      <dgm:spPr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975F3CEC-6BAC-4EFC-B44F-278583CEC78C}" type="pres">
      <dgm:prSet presAssocID="{20928AAA-F457-4A09-8AAC-A82210983FBE}" presName="FlexibleEmptyPlaceHolder" presStyleCnt="0"/>
      <dgm:spPr/>
    </dgm:pt>
    <dgm:pt modelId="{3A73CBFE-397D-467A-A65B-E19FAB2953BB}" type="pres">
      <dgm:prSet presAssocID="{20928AAA-F457-4A09-8AAC-A82210983FBE}" presName="L2TextContainer" presStyleLbl="bgAcc1" presStyleIdx="1" presStyleCnt="4" custScaleX="96885" custScaleY="130480" custLinFactNeighborX="2813" custLinFactNeighborY="-22256">
        <dgm:presLayoutVars>
          <dgm:chMax val="0"/>
          <dgm:chPref val="0"/>
          <dgm:bulletEnabled val="1"/>
        </dgm:presLayoutVars>
      </dgm:prSet>
      <dgm:spPr/>
    </dgm:pt>
    <dgm:pt modelId="{730471FC-8FAF-49B2-8F42-63D391F759BE}" type="pres">
      <dgm:prSet presAssocID="{20928AAA-F457-4A09-8AAC-A82210983FBE}" presName="L1TextContainer" presStyleLbl="revTx" presStyleIdx="1" presStyleCnt="4" custLinFactNeighborX="-6444">
        <dgm:presLayoutVars>
          <dgm:chMax val="1"/>
          <dgm:chPref val="1"/>
          <dgm:bulletEnabled val="1"/>
        </dgm:presLayoutVars>
      </dgm:prSet>
      <dgm:spPr/>
    </dgm:pt>
    <dgm:pt modelId="{E5B7BEAE-1C65-4A3E-9D69-CA6F92F97FF3}" type="pres">
      <dgm:prSet presAssocID="{20928AAA-F457-4A09-8AAC-A82210983FBE}" presName="EmptyPlaceHolder" presStyleCnt="0"/>
      <dgm:spPr/>
    </dgm:pt>
    <dgm:pt modelId="{1BC83304-6330-4FF6-994A-D02AC933FCB6}" type="pres">
      <dgm:prSet presAssocID="{EB5D5454-A5E9-4E37-B514-DFC5324A66C0}" presName="spaceBetweenRectangles" presStyleCnt="0"/>
      <dgm:spPr/>
    </dgm:pt>
    <dgm:pt modelId="{8D6C0F72-35C7-4FDF-BDAC-4FF565A33A17}" type="pres">
      <dgm:prSet presAssocID="{03738E35-4243-4E7D-A93F-C07DA3901E78}" presName="composite" presStyleCnt="0"/>
      <dgm:spPr/>
    </dgm:pt>
    <dgm:pt modelId="{79B0CEDC-0005-4ACE-AB25-DB9533DC85C2}" type="pres">
      <dgm:prSet presAssocID="{03738E35-4243-4E7D-A93F-C07DA3901E78}" presName="ConnectorPoint" presStyleLbl="fgAcc1" presStyleIdx="2" presStyleCnt="4"/>
      <dgm:spPr>
        <a:ln>
          <a:noFill/>
        </a:ln>
      </dgm:spPr>
    </dgm:pt>
    <dgm:pt modelId="{F1C3FD7B-71E0-4012-B7CE-2C80433ED975}" type="pres">
      <dgm:prSet presAssocID="{03738E35-4243-4E7D-A93F-C07DA3901E78}" presName="ConnectLine" presStyleLbl="alignNode1" presStyleIdx="2" presStyleCnt="4"/>
      <dgm:spPr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8D7DE9DA-72BE-42E6-8909-E3D0EB4CA475}" type="pres">
      <dgm:prSet presAssocID="{03738E35-4243-4E7D-A93F-C07DA3901E78}" presName="FlexibleEmptyPlaceHolder" presStyleCnt="0"/>
      <dgm:spPr/>
    </dgm:pt>
    <dgm:pt modelId="{2467EBEC-ACAC-4EF4-B856-39067B4D928B}" type="pres">
      <dgm:prSet presAssocID="{03738E35-4243-4E7D-A93F-C07DA3901E78}" presName="L2TextContainer" presStyleLbl="bgAcc1" presStyleIdx="2" presStyleCnt="4" custScaleX="103785" custLinFactNeighborX="22308" custLinFactNeighborY="9430">
        <dgm:presLayoutVars>
          <dgm:chMax val="0"/>
          <dgm:chPref val="0"/>
          <dgm:bulletEnabled val="1"/>
        </dgm:presLayoutVars>
      </dgm:prSet>
      <dgm:spPr/>
    </dgm:pt>
    <dgm:pt modelId="{7605329C-2B32-4CD7-9B69-1B3DAB88562E}" type="pres">
      <dgm:prSet presAssocID="{03738E35-4243-4E7D-A93F-C07DA3901E78}" presName="L1TextContainer" presStyleLbl="revTx" presStyleIdx="2" presStyleCnt="4" custLinFactNeighborX="27399" custLinFactNeighborY="-743">
        <dgm:presLayoutVars>
          <dgm:chMax val="1"/>
          <dgm:chPref val="1"/>
          <dgm:bulletEnabled val="1"/>
        </dgm:presLayoutVars>
      </dgm:prSet>
      <dgm:spPr/>
    </dgm:pt>
    <dgm:pt modelId="{E4D18DE3-4D68-4CCA-A662-044FD68AA3B7}" type="pres">
      <dgm:prSet presAssocID="{03738E35-4243-4E7D-A93F-C07DA3901E78}" presName="EmptyPlaceHolder" presStyleCnt="0"/>
      <dgm:spPr/>
    </dgm:pt>
    <dgm:pt modelId="{77D7097C-1EDE-4274-97C6-BE5F0924C39C}" type="pres">
      <dgm:prSet presAssocID="{6BF5896A-A334-45B0-B451-09159F55B184}" presName="spaceBetweenRectangles" presStyleCnt="0"/>
      <dgm:spPr/>
    </dgm:pt>
    <dgm:pt modelId="{DA0D1A8F-1D92-476F-972C-E82839B78B96}" type="pres">
      <dgm:prSet presAssocID="{962BFD33-E216-4331-BBD8-38EEDAB2E2C0}" presName="composite" presStyleCnt="0"/>
      <dgm:spPr/>
    </dgm:pt>
    <dgm:pt modelId="{A72D3A03-5E34-4B13-9747-5EFFE003B8C1}" type="pres">
      <dgm:prSet presAssocID="{962BFD33-E216-4331-BBD8-38EEDAB2E2C0}" presName="ConnectorPoint" presStyleLbl="fgAcc1" presStyleIdx="3" presStyleCnt="4"/>
      <dgm:spPr>
        <a:ln>
          <a:noFill/>
        </a:ln>
      </dgm:spPr>
    </dgm:pt>
    <dgm:pt modelId="{EB9D58D6-E34B-4990-86E2-B1CAE3536A29}" type="pres">
      <dgm:prSet presAssocID="{962BFD33-E216-4331-BBD8-38EEDAB2E2C0}" presName="ConnectLine" presStyleLbl="alignNode1" presStyleIdx="3" presStyleCnt="4"/>
      <dgm:spPr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</a:ln>
        <a:effectLst/>
      </dgm:spPr>
    </dgm:pt>
    <dgm:pt modelId="{B9FF588F-5F27-4094-9B6D-747FD10A48B7}" type="pres">
      <dgm:prSet presAssocID="{962BFD33-E216-4331-BBD8-38EEDAB2E2C0}" presName="FlexibleEmptyPlaceHolder" presStyleCnt="0"/>
      <dgm:spPr/>
    </dgm:pt>
    <dgm:pt modelId="{160E0A3B-47C8-4C2F-8C45-EC9C3DFA1FFB}" type="pres">
      <dgm:prSet presAssocID="{962BFD33-E216-4331-BBD8-38EEDAB2E2C0}" presName="L2TextContainer" presStyleLbl="bgAcc1" presStyleIdx="3" presStyleCnt="4" custScaleX="101911" custLinFactNeighborX="33014" custLinFactNeighborY="-11212">
        <dgm:presLayoutVars>
          <dgm:chMax val="0"/>
          <dgm:chPref val="0"/>
          <dgm:bulletEnabled val="1"/>
        </dgm:presLayoutVars>
      </dgm:prSet>
      <dgm:spPr/>
    </dgm:pt>
    <dgm:pt modelId="{5646D4EB-C7F1-4D0E-8051-C7D6C1D31ADE}" type="pres">
      <dgm:prSet presAssocID="{962BFD33-E216-4331-BBD8-38EEDAB2E2C0}" presName="L1TextContainer" presStyleLbl="revTx" presStyleIdx="3" presStyleCnt="4" custLinFactNeighborX="4657">
        <dgm:presLayoutVars>
          <dgm:chMax val="1"/>
          <dgm:chPref val="1"/>
          <dgm:bulletEnabled val="1"/>
        </dgm:presLayoutVars>
      </dgm:prSet>
      <dgm:spPr/>
    </dgm:pt>
    <dgm:pt modelId="{937215CC-5D52-40FA-BAD6-30FFF9CDB26A}" type="pres">
      <dgm:prSet presAssocID="{962BFD33-E216-4331-BBD8-38EEDAB2E2C0}" presName="EmptyPlaceHolder" presStyleCnt="0"/>
      <dgm:spPr/>
    </dgm:pt>
  </dgm:ptLst>
  <dgm:cxnLst>
    <dgm:cxn modelId="{ABC35420-2881-483F-B687-1FB2F346360F}" type="presOf" srcId="{44D67ED0-6EEA-48F6-A9C1-BE754AABC76A}" destId="{93C358AC-5BA0-4CB6-B22F-1B95FA53D0F3}" srcOrd="0" destOrd="0" presId="urn:microsoft.com/office/officeart/2017/3/layout/HorizontalPathTimeline#2"/>
    <dgm:cxn modelId="{DC4F122C-07EE-4C68-86E9-FB410DED3CC4}" srcId="{AE62509E-8FD5-4BC0-8484-49407DA07B2D}" destId="{54A260F9-80FA-4E2A-BE87-2C0670B83857}" srcOrd="0" destOrd="0" parTransId="{3E4E3177-8F1B-40ED-B20A-6A6F0041E180}" sibTransId="{BA9E60E0-CF2E-4096-A9F4-556713DB9AE4}"/>
    <dgm:cxn modelId="{8DF75764-1686-4D91-9121-599CD35F5A4B}" type="presOf" srcId="{962BFD33-E216-4331-BBD8-38EEDAB2E2C0}" destId="{5646D4EB-C7F1-4D0E-8051-C7D6C1D31ADE}" srcOrd="0" destOrd="0" presId="urn:microsoft.com/office/officeart/2017/3/layout/HorizontalPathTimeline#2"/>
    <dgm:cxn modelId="{82290D4D-2346-4E6C-B254-B9EAA4D01A23}" srcId="{20928AAA-F457-4A09-8AAC-A82210983FBE}" destId="{9C6534A9-4C27-4998-80A5-DF23882CAE25}" srcOrd="0" destOrd="0" parTransId="{0AA7231B-9394-4732-A7BE-3EB3CF2F8D70}" sibTransId="{83B69D46-737C-4589-B359-6BD9DD58BC91}"/>
    <dgm:cxn modelId="{07030C4E-4D62-4240-B10F-E41B801C763E}" srcId="{03738E35-4243-4E7D-A93F-C07DA3901E78}" destId="{34C8CD19-04E2-4488-965F-DC841C470D45}" srcOrd="0" destOrd="0" parTransId="{CD5F7DE2-2AD1-4CE8-AAC7-AD9C8E180CEA}" sibTransId="{7CE5955C-EC28-4D1B-9459-0C5458B1797D}"/>
    <dgm:cxn modelId="{BA476174-221B-4A3D-B4E2-5FCC084B59D3}" srcId="{44D67ED0-6EEA-48F6-A9C1-BE754AABC76A}" destId="{20928AAA-F457-4A09-8AAC-A82210983FBE}" srcOrd="1" destOrd="0" parTransId="{915085CE-2C78-4B64-8FF4-E48DB7BD55D2}" sibTransId="{EB5D5454-A5E9-4E37-B514-DFC5324A66C0}"/>
    <dgm:cxn modelId="{9D943185-A35B-40BB-9C65-DA2E37F92D44}" type="presOf" srcId="{54A260F9-80FA-4E2A-BE87-2C0670B83857}" destId="{408DCC00-CC60-4F76-9C61-F00E7DBFC778}" srcOrd="0" destOrd="0" presId="urn:microsoft.com/office/officeart/2017/3/layout/HorizontalPathTimeline#2"/>
    <dgm:cxn modelId="{9051DEA0-07D7-4348-8C0B-D0F4C6D49BF0}" type="presOf" srcId="{03738E35-4243-4E7D-A93F-C07DA3901E78}" destId="{7605329C-2B32-4CD7-9B69-1B3DAB88562E}" srcOrd="0" destOrd="0" presId="urn:microsoft.com/office/officeart/2017/3/layout/HorizontalPathTimeline#2"/>
    <dgm:cxn modelId="{047969A5-710C-4C0E-B61E-734F166269A0}" srcId="{962BFD33-E216-4331-BBD8-38EEDAB2E2C0}" destId="{B296910E-5EDD-40B6-9F5C-49436E692D0A}" srcOrd="0" destOrd="0" parTransId="{911B340C-3486-4299-920E-5DB640C4EDC9}" sibTransId="{33A0507C-F24C-416A-8E94-DB84555D29CB}"/>
    <dgm:cxn modelId="{D3EA50AE-98EF-44C3-B0AF-5B604BAC6E2C}" type="presOf" srcId="{9C6534A9-4C27-4998-80A5-DF23882CAE25}" destId="{3A73CBFE-397D-467A-A65B-E19FAB2953BB}" srcOrd="0" destOrd="0" presId="urn:microsoft.com/office/officeart/2017/3/layout/HorizontalPathTimeline#2"/>
    <dgm:cxn modelId="{8CE3EEB1-A2DD-4A86-82F1-BBD13ABB0C2B}" type="presOf" srcId="{B296910E-5EDD-40B6-9F5C-49436E692D0A}" destId="{160E0A3B-47C8-4C2F-8C45-EC9C3DFA1FFB}" srcOrd="0" destOrd="0" presId="urn:microsoft.com/office/officeart/2017/3/layout/HorizontalPathTimeline#2"/>
    <dgm:cxn modelId="{E41AD5BE-76F3-4A9E-8059-7FC968661703}" srcId="{44D67ED0-6EEA-48F6-A9C1-BE754AABC76A}" destId="{03738E35-4243-4E7D-A93F-C07DA3901E78}" srcOrd="2" destOrd="0" parTransId="{DABBAF6C-D1C9-42E1-B928-5ACDE3D21AB0}" sibTransId="{6BF5896A-A334-45B0-B451-09159F55B184}"/>
    <dgm:cxn modelId="{60B9E6C0-E65D-4B75-8640-63A9E1165714}" srcId="{44D67ED0-6EEA-48F6-A9C1-BE754AABC76A}" destId="{962BFD33-E216-4331-BBD8-38EEDAB2E2C0}" srcOrd="3" destOrd="0" parTransId="{AB5F98BE-C987-462F-85E3-90E8BE69A319}" sibTransId="{FF557E39-8331-4155-901F-701688C4CCAD}"/>
    <dgm:cxn modelId="{2A0922C7-E629-4DCD-9733-F2E06E784C60}" type="presOf" srcId="{20928AAA-F457-4A09-8AAC-A82210983FBE}" destId="{730471FC-8FAF-49B2-8F42-63D391F759BE}" srcOrd="0" destOrd="0" presId="urn:microsoft.com/office/officeart/2017/3/layout/HorizontalPathTimeline#2"/>
    <dgm:cxn modelId="{044BF9D1-A74B-4CA5-8695-2C03B7F827F5}" type="presOf" srcId="{AE62509E-8FD5-4BC0-8484-49407DA07B2D}" destId="{5C96A5F5-16B2-4AEA-9591-B66C220F4A65}" srcOrd="0" destOrd="0" presId="urn:microsoft.com/office/officeart/2017/3/layout/HorizontalPathTimeline#2"/>
    <dgm:cxn modelId="{B681E0E7-0B3A-4DB8-BF19-F9AE0E1C787B}" srcId="{44D67ED0-6EEA-48F6-A9C1-BE754AABC76A}" destId="{AE62509E-8FD5-4BC0-8484-49407DA07B2D}" srcOrd="0" destOrd="0" parTransId="{8F2C679D-77AF-46F9-9ACE-1E1D440B1883}" sibTransId="{5C2CB4AF-F88D-4FBE-A40E-0CC048A23B9E}"/>
    <dgm:cxn modelId="{9B891CFB-D6DC-423A-B306-5ECBAD48FB1A}" type="presOf" srcId="{34C8CD19-04E2-4488-965F-DC841C470D45}" destId="{2467EBEC-ACAC-4EF4-B856-39067B4D928B}" srcOrd="0" destOrd="0" presId="urn:microsoft.com/office/officeart/2017/3/layout/HorizontalPathTimeline#2"/>
    <dgm:cxn modelId="{0E18E237-B26B-469F-9A9D-8EF8DFCFE917}" type="presParOf" srcId="{93C358AC-5BA0-4CB6-B22F-1B95FA53D0F3}" destId="{9F83E70B-EE6D-407B-8E1F-FE26817B3B1D}" srcOrd="0" destOrd="0" presId="urn:microsoft.com/office/officeart/2017/3/layout/HorizontalPathTimeline#2"/>
    <dgm:cxn modelId="{37FD18D5-43A9-4AFF-AF12-3BC700F50A1E}" type="presParOf" srcId="{93C358AC-5BA0-4CB6-B22F-1B95FA53D0F3}" destId="{EE6F6E1A-AC88-44BD-8034-0C2734A7943C}" srcOrd="1" destOrd="0" presId="urn:microsoft.com/office/officeart/2017/3/layout/HorizontalPathTimeline#2"/>
    <dgm:cxn modelId="{74384FC1-0B50-4CAE-92FE-29734DC3A371}" type="presParOf" srcId="{EE6F6E1A-AC88-44BD-8034-0C2734A7943C}" destId="{27CC3FEA-4989-4FE6-A03A-48D0F90DB146}" srcOrd="0" destOrd="0" presId="urn:microsoft.com/office/officeart/2017/3/layout/HorizontalPathTimeline#2"/>
    <dgm:cxn modelId="{2DEE61AA-813A-42DB-96E0-158313E77BB3}" type="presParOf" srcId="{27CC3FEA-4989-4FE6-A03A-48D0F90DB146}" destId="{B3AC6DBE-85B6-4AF3-BADF-7E1E82B735CC}" srcOrd="0" destOrd="0" presId="urn:microsoft.com/office/officeart/2017/3/layout/HorizontalPathTimeline#2"/>
    <dgm:cxn modelId="{68DDE8D9-9889-4F52-8BFB-F9E420BDAEF7}" type="presParOf" srcId="{27CC3FEA-4989-4FE6-A03A-48D0F90DB146}" destId="{EAA550E8-D286-40B4-9B20-40DE0FCA02CE}" srcOrd="1" destOrd="0" presId="urn:microsoft.com/office/officeart/2017/3/layout/HorizontalPathTimeline#2"/>
    <dgm:cxn modelId="{7CCF3AD1-9625-4733-9106-99667CE663D9}" type="presParOf" srcId="{27CC3FEA-4989-4FE6-A03A-48D0F90DB146}" destId="{13B6FF8E-261C-4941-9C10-4D13C6F1D5E7}" srcOrd="2" destOrd="0" presId="urn:microsoft.com/office/officeart/2017/3/layout/HorizontalPathTimeline#2"/>
    <dgm:cxn modelId="{963AA3B6-64B2-4FCF-A5C6-F1282993E286}" type="presParOf" srcId="{27CC3FEA-4989-4FE6-A03A-48D0F90DB146}" destId="{408DCC00-CC60-4F76-9C61-F00E7DBFC778}" srcOrd="3" destOrd="0" presId="urn:microsoft.com/office/officeart/2017/3/layout/HorizontalPathTimeline#2"/>
    <dgm:cxn modelId="{D4A68002-BF6D-42DB-992B-F50F52CCEB6A}" type="presParOf" srcId="{27CC3FEA-4989-4FE6-A03A-48D0F90DB146}" destId="{5C96A5F5-16B2-4AEA-9591-B66C220F4A65}" srcOrd="4" destOrd="0" presId="urn:microsoft.com/office/officeart/2017/3/layout/HorizontalPathTimeline#2"/>
    <dgm:cxn modelId="{D8756CB6-4DFF-4680-BDAF-DB52C5918442}" type="presParOf" srcId="{27CC3FEA-4989-4FE6-A03A-48D0F90DB146}" destId="{22931EBF-FF0E-4476-B965-7C4CFFC57D5D}" srcOrd="5" destOrd="0" presId="urn:microsoft.com/office/officeart/2017/3/layout/HorizontalPathTimeline#2"/>
    <dgm:cxn modelId="{321DBB6D-D137-4C42-8BA1-9F526319E063}" type="presParOf" srcId="{EE6F6E1A-AC88-44BD-8034-0C2734A7943C}" destId="{E3B24336-549D-49F0-9359-D66050EB5874}" srcOrd="1" destOrd="0" presId="urn:microsoft.com/office/officeart/2017/3/layout/HorizontalPathTimeline#2"/>
    <dgm:cxn modelId="{70EB23E7-5BD3-4084-891A-D2A8A8B61AAC}" type="presParOf" srcId="{EE6F6E1A-AC88-44BD-8034-0C2734A7943C}" destId="{8BD40F87-7EF8-4BE4-972F-FA3FE5A18736}" srcOrd="2" destOrd="0" presId="urn:microsoft.com/office/officeart/2017/3/layout/HorizontalPathTimeline#2"/>
    <dgm:cxn modelId="{711DB71C-E009-4222-A8F6-178CC1AB5759}" type="presParOf" srcId="{8BD40F87-7EF8-4BE4-972F-FA3FE5A18736}" destId="{F34C40A7-6131-4EF1-9887-E7EEA86D1562}" srcOrd="0" destOrd="0" presId="urn:microsoft.com/office/officeart/2017/3/layout/HorizontalPathTimeline#2"/>
    <dgm:cxn modelId="{38E81848-745F-4B10-B6CD-6F7C480B56C1}" type="presParOf" srcId="{8BD40F87-7EF8-4BE4-972F-FA3FE5A18736}" destId="{14186A17-7B9F-4674-AD57-FF0C87A3CB32}" srcOrd="1" destOrd="0" presId="urn:microsoft.com/office/officeart/2017/3/layout/HorizontalPathTimeline#2"/>
    <dgm:cxn modelId="{E7F96B34-7D91-433C-A46C-2F36FBFF6222}" type="presParOf" srcId="{8BD40F87-7EF8-4BE4-972F-FA3FE5A18736}" destId="{975F3CEC-6BAC-4EFC-B44F-278583CEC78C}" srcOrd="2" destOrd="0" presId="urn:microsoft.com/office/officeart/2017/3/layout/HorizontalPathTimeline#2"/>
    <dgm:cxn modelId="{CE1DA366-D2BC-4931-B843-225A70CD54A0}" type="presParOf" srcId="{8BD40F87-7EF8-4BE4-972F-FA3FE5A18736}" destId="{3A73CBFE-397D-467A-A65B-E19FAB2953BB}" srcOrd="3" destOrd="0" presId="urn:microsoft.com/office/officeart/2017/3/layout/HorizontalPathTimeline#2"/>
    <dgm:cxn modelId="{B984BEDB-C677-4DAE-8931-7773971A2278}" type="presParOf" srcId="{8BD40F87-7EF8-4BE4-972F-FA3FE5A18736}" destId="{730471FC-8FAF-49B2-8F42-63D391F759BE}" srcOrd="4" destOrd="0" presId="urn:microsoft.com/office/officeart/2017/3/layout/HorizontalPathTimeline#2"/>
    <dgm:cxn modelId="{AB0B3131-C764-42E7-B939-32BC0771DB37}" type="presParOf" srcId="{8BD40F87-7EF8-4BE4-972F-FA3FE5A18736}" destId="{E5B7BEAE-1C65-4A3E-9D69-CA6F92F97FF3}" srcOrd="5" destOrd="0" presId="urn:microsoft.com/office/officeart/2017/3/layout/HorizontalPathTimeline#2"/>
    <dgm:cxn modelId="{A0DFDABE-1276-4C59-AA6D-9C7FEAD86EED}" type="presParOf" srcId="{EE6F6E1A-AC88-44BD-8034-0C2734A7943C}" destId="{1BC83304-6330-4FF6-994A-D02AC933FCB6}" srcOrd="3" destOrd="0" presId="urn:microsoft.com/office/officeart/2017/3/layout/HorizontalPathTimeline#2"/>
    <dgm:cxn modelId="{9D8B1721-84C9-4312-81AC-7EA2176AABBF}" type="presParOf" srcId="{EE6F6E1A-AC88-44BD-8034-0C2734A7943C}" destId="{8D6C0F72-35C7-4FDF-BDAC-4FF565A33A17}" srcOrd="4" destOrd="0" presId="urn:microsoft.com/office/officeart/2017/3/layout/HorizontalPathTimeline#2"/>
    <dgm:cxn modelId="{34D4FCD5-AC89-44A0-BD01-72F45FFF2D74}" type="presParOf" srcId="{8D6C0F72-35C7-4FDF-BDAC-4FF565A33A17}" destId="{79B0CEDC-0005-4ACE-AB25-DB9533DC85C2}" srcOrd="0" destOrd="0" presId="urn:microsoft.com/office/officeart/2017/3/layout/HorizontalPathTimeline#2"/>
    <dgm:cxn modelId="{93D8D253-6F85-4783-9852-8C7B8DD92757}" type="presParOf" srcId="{8D6C0F72-35C7-4FDF-BDAC-4FF565A33A17}" destId="{F1C3FD7B-71E0-4012-B7CE-2C80433ED975}" srcOrd="1" destOrd="0" presId="urn:microsoft.com/office/officeart/2017/3/layout/HorizontalPathTimeline#2"/>
    <dgm:cxn modelId="{9B5FE3C0-C6F9-4674-8BAB-021F3C441936}" type="presParOf" srcId="{8D6C0F72-35C7-4FDF-BDAC-4FF565A33A17}" destId="{8D7DE9DA-72BE-42E6-8909-E3D0EB4CA475}" srcOrd="2" destOrd="0" presId="urn:microsoft.com/office/officeart/2017/3/layout/HorizontalPathTimeline#2"/>
    <dgm:cxn modelId="{CCB333F3-86C9-468B-AECC-289FE70FFCF7}" type="presParOf" srcId="{8D6C0F72-35C7-4FDF-BDAC-4FF565A33A17}" destId="{2467EBEC-ACAC-4EF4-B856-39067B4D928B}" srcOrd="3" destOrd="0" presId="urn:microsoft.com/office/officeart/2017/3/layout/HorizontalPathTimeline#2"/>
    <dgm:cxn modelId="{05D9A703-C1DE-4E59-B5E7-5D8FB6376FEF}" type="presParOf" srcId="{8D6C0F72-35C7-4FDF-BDAC-4FF565A33A17}" destId="{7605329C-2B32-4CD7-9B69-1B3DAB88562E}" srcOrd="4" destOrd="0" presId="urn:microsoft.com/office/officeart/2017/3/layout/HorizontalPathTimeline#2"/>
    <dgm:cxn modelId="{A607E234-F52D-4E22-849C-FE08E916FF42}" type="presParOf" srcId="{8D6C0F72-35C7-4FDF-BDAC-4FF565A33A17}" destId="{E4D18DE3-4D68-4CCA-A662-044FD68AA3B7}" srcOrd="5" destOrd="0" presId="urn:microsoft.com/office/officeart/2017/3/layout/HorizontalPathTimeline#2"/>
    <dgm:cxn modelId="{01A7C3B1-BFA1-4F32-B671-0B628EC9ABC9}" type="presParOf" srcId="{EE6F6E1A-AC88-44BD-8034-0C2734A7943C}" destId="{77D7097C-1EDE-4274-97C6-BE5F0924C39C}" srcOrd="5" destOrd="0" presId="urn:microsoft.com/office/officeart/2017/3/layout/HorizontalPathTimeline#2"/>
    <dgm:cxn modelId="{EC306C65-BA0F-48AA-9B55-C211E74C542B}" type="presParOf" srcId="{EE6F6E1A-AC88-44BD-8034-0C2734A7943C}" destId="{DA0D1A8F-1D92-476F-972C-E82839B78B96}" srcOrd="6" destOrd="0" presId="urn:microsoft.com/office/officeart/2017/3/layout/HorizontalPathTimeline#2"/>
    <dgm:cxn modelId="{40E423C4-7AC8-4806-A999-D74344D6BAEE}" type="presParOf" srcId="{DA0D1A8F-1D92-476F-972C-E82839B78B96}" destId="{A72D3A03-5E34-4B13-9747-5EFFE003B8C1}" srcOrd="0" destOrd="0" presId="urn:microsoft.com/office/officeart/2017/3/layout/HorizontalPathTimeline#2"/>
    <dgm:cxn modelId="{CB15C97B-17DC-4D57-9A16-7131ABE3D9A9}" type="presParOf" srcId="{DA0D1A8F-1D92-476F-972C-E82839B78B96}" destId="{EB9D58D6-E34B-4990-86E2-B1CAE3536A29}" srcOrd="1" destOrd="0" presId="urn:microsoft.com/office/officeart/2017/3/layout/HorizontalPathTimeline#2"/>
    <dgm:cxn modelId="{F307838E-E16B-48BA-9AFD-9B6221BC26D1}" type="presParOf" srcId="{DA0D1A8F-1D92-476F-972C-E82839B78B96}" destId="{B9FF588F-5F27-4094-9B6D-747FD10A48B7}" srcOrd="2" destOrd="0" presId="urn:microsoft.com/office/officeart/2017/3/layout/HorizontalPathTimeline#2"/>
    <dgm:cxn modelId="{E44442C7-98A7-49AD-97CD-05FC201A925D}" type="presParOf" srcId="{DA0D1A8F-1D92-476F-972C-E82839B78B96}" destId="{160E0A3B-47C8-4C2F-8C45-EC9C3DFA1FFB}" srcOrd="3" destOrd="0" presId="urn:microsoft.com/office/officeart/2017/3/layout/HorizontalPathTimeline#2"/>
    <dgm:cxn modelId="{3A785D15-7180-44EB-A50D-41D5E37F6F5C}" type="presParOf" srcId="{DA0D1A8F-1D92-476F-972C-E82839B78B96}" destId="{5646D4EB-C7F1-4D0E-8051-C7D6C1D31ADE}" srcOrd="4" destOrd="0" presId="urn:microsoft.com/office/officeart/2017/3/layout/HorizontalPathTimeline#2"/>
    <dgm:cxn modelId="{3F0D7870-FAD1-4685-A59F-569E4CB44EC3}" type="presParOf" srcId="{DA0D1A8F-1D92-476F-972C-E82839B78B96}" destId="{937215CC-5D52-40FA-BAD6-30FFF9CDB26A}" srcOrd="5" destOrd="0" presId="urn:microsoft.com/office/officeart/2017/3/layout/HorizontalPathTimeline#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6CB1E93-56FA-4865-815F-B98DB9E561F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pt-BR"/>
        </a:p>
      </dgm:t>
    </dgm:pt>
    <dgm:pt modelId="{25262E05-4E04-4540-8378-931651F6266E}">
      <dgm:prSet phldrT="[Texto]"/>
      <dgm:spPr/>
      <dgm:t>
        <a:bodyPr/>
        <a:lstStyle/>
        <a:p>
          <a:pPr>
            <a:lnSpc>
              <a:spcPct val="100000"/>
            </a:lnSpc>
          </a:pPr>
          <a:r>
            <a:rPr lang="pt-BR" b="1"/>
            <a:t>Privacidade individual</a:t>
          </a:r>
          <a:r>
            <a:rPr lang="pt-BR"/>
            <a:t>;</a:t>
          </a:r>
        </a:p>
      </dgm:t>
    </dgm:pt>
    <dgm:pt modelId="{37181389-227F-4922-8DF0-AFC2823EA3FB}" type="parTrans" cxnId="{5321EF02-577C-42B4-A8B5-913D2D16A944}">
      <dgm:prSet/>
      <dgm:spPr/>
      <dgm:t>
        <a:bodyPr/>
        <a:lstStyle/>
        <a:p>
          <a:endParaRPr lang="pt-BR"/>
        </a:p>
      </dgm:t>
    </dgm:pt>
    <dgm:pt modelId="{E23A33B1-52CF-4945-97F9-6A51C26D07E9}" type="sibTrans" cxnId="{5321EF02-577C-42B4-A8B5-913D2D16A944}">
      <dgm:prSet/>
      <dgm:spPr/>
      <dgm:t>
        <a:bodyPr/>
        <a:lstStyle/>
        <a:p>
          <a:endParaRPr lang="pt-BR"/>
        </a:p>
      </dgm:t>
    </dgm:pt>
    <dgm:pt modelId="{682A4E41-1834-4583-9554-38779B603091}">
      <dgm:prSet phldrT="[Texto]"/>
      <dgm:spPr/>
      <dgm:t>
        <a:bodyPr/>
        <a:lstStyle/>
        <a:p>
          <a:pPr>
            <a:lnSpc>
              <a:spcPct val="100000"/>
            </a:lnSpc>
          </a:pPr>
          <a:r>
            <a:rPr lang="pt-BR" b="1"/>
            <a:t>Transparência governamental</a:t>
          </a:r>
          <a:endParaRPr lang="pt-BR"/>
        </a:p>
      </dgm:t>
    </dgm:pt>
    <dgm:pt modelId="{FF6377E9-57D0-4CE1-BE12-59517F7C8E76}" type="parTrans" cxnId="{82612033-C175-4FEA-8089-C450B4C5536E}">
      <dgm:prSet/>
      <dgm:spPr/>
      <dgm:t>
        <a:bodyPr/>
        <a:lstStyle/>
        <a:p>
          <a:endParaRPr lang="pt-BR"/>
        </a:p>
      </dgm:t>
    </dgm:pt>
    <dgm:pt modelId="{19801023-E050-402B-828A-204A810D7FEE}" type="sibTrans" cxnId="{82612033-C175-4FEA-8089-C450B4C5536E}">
      <dgm:prSet/>
      <dgm:spPr/>
      <dgm:t>
        <a:bodyPr/>
        <a:lstStyle/>
        <a:p>
          <a:endParaRPr lang="pt-BR"/>
        </a:p>
      </dgm:t>
    </dgm:pt>
    <dgm:pt modelId="{1C1CA22C-0BB5-43AD-8365-99F152CC9651}">
      <dgm:prSet phldrT="[Texto]"/>
      <dgm:spPr/>
      <dgm:t>
        <a:bodyPr/>
        <a:lstStyle/>
        <a:p>
          <a:pPr>
            <a:lnSpc>
              <a:spcPct val="100000"/>
            </a:lnSpc>
          </a:pPr>
          <a:r>
            <a:rPr lang="pt-BR" b="1"/>
            <a:t>Lealdade institucional</a:t>
          </a:r>
          <a:r>
            <a:rPr lang="pt-BR"/>
            <a:t>;</a:t>
          </a:r>
        </a:p>
      </dgm:t>
    </dgm:pt>
    <dgm:pt modelId="{F174F229-3FBB-4E0E-B7A4-92CA1E7AEE70}" type="parTrans" cxnId="{4482CDCA-F62A-40AC-9AD5-92458A7FDB56}">
      <dgm:prSet/>
      <dgm:spPr/>
      <dgm:t>
        <a:bodyPr/>
        <a:lstStyle/>
        <a:p>
          <a:endParaRPr lang="pt-BR"/>
        </a:p>
      </dgm:t>
    </dgm:pt>
    <dgm:pt modelId="{E86278AE-2965-4C7E-80A3-BF1FA3750C44}" type="sibTrans" cxnId="{4482CDCA-F62A-40AC-9AD5-92458A7FDB56}">
      <dgm:prSet/>
      <dgm:spPr/>
      <dgm:t>
        <a:bodyPr/>
        <a:lstStyle/>
        <a:p>
          <a:endParaRPr lang="pt-BR"/>
        </a:p>
      </dgm:t>
    </dgm:pt>
    <dgm:pt modelId="{50AD7F01-6F47-43FC-8E8A-593FF83B46E6}">
      <dgm:prSet phldrT="[Texto]"/>
      <dgm:spPr/>
      <dgm:t>
        <a:bodyPr/>
        <a:lstStyle/>
        <a:p>
          <a:pPr>
            <a:lnSpc>
              <a:spcPct val="100000"/>
            </a:lnSpc>
          </a:pPr>
          <a:r>
            <a:rPr lang="pt-BR" b="1"/>
            <a:t>Responsabilidade moral</a:t>
          </a:r>
          <a:endParaRPr lang="pt-BR"/>
        </a:p>
      </dgm:t>
    </dgm:pt>
    <dgm:pt modelId="{88C783E8-8BB5-4D19-B9B1-95A7F25F51D0}" type="parTrans" cxnId="{0E71EDEB-DB2C-4CB0-9752-57DE9C078C25}">
      <dgm:prSet/>
      <dgm:spPr/>
      <dgm:t>
        <a:bodyPr/>
        <a:lstStyle/>
        <a:p>
          <a:endParaRPr lang="pt-BR"/>
        </a:p>
      </dgm:t>
    </dgm:pt>
    <dgm:pt modelId="{D50E3F38-7B0E-428A-9651-88A3556B8CCC}" type="sibTrans" cxnId="{0E71EDEB-DB2C-4CB0-9752-57DE9C078C25}">
      <dgm:prSet/>
      <dgm:spPr/>
      <dgm:t>
        <a:bodyPr/>
        <a:lstStyle/>
        <a:p>
          <a:endParaRPr lang="pt-BR"/>
        </a:p>
      </dgm:t>
    </dgm:pt>
    <dgm:pt modelId="{AD9CC859-F290-4466-AF1C-C5D9EA68F0DB}">
      <dgm:prSet phldrT="[Texto]"/>
      <dgm:spPr/>
      <dgm:t>
        <a:bodyPr/>
        <a:lstStyle/>
        <a:p>
          <a:pPr>
            <a:lnSpc>
              <a:spcPct val="100000"/>
            </a:lnSpc>
          </a:pPr>
          <a:r>
            <a:rPr lang="pt-BR" b="1"/>
            <a:t>Segurança Publica vs. liberdade</a:t>
          </a:r>
        </a:p>
      </dgm:t>
    </dgm:pt>
    <dgm:pt modelId="{226BC0F9-2848-4FBB-92B1-9B02ECEC9F0E}" type="parTrans" cxnId="{DF6BA638-78A5-40BF-B1FE-070BE61BAB99}">
      <dgm:prSet/>
      <dgm:spPr/>
      <dgm:t>
        <a:bodyPr/>
        <a:lstStyle/>
        <a:p>
          <a:endParaRPr lang="pt-BR"/>
        </a:p>
      </dgm:t>
    </dgm:pt>
    <dgm:pt modelId="{5D616910-5D56-4A67-A6E0-5E9ABFDB542E}" type="sibTrans" cxnId="{DF6BA638-78A5-40BF-B1FE-070BE61BAB99}">
      <dgm:prSet/>
      <dgm:spPr/>
      <dgm:t>
        <a:bodyPr/>
        <a:lstStyle/>
        <a:p>
          <a:endParaRPr lang="pt-BR"/>
        </a:p>
      </dgm:t>
    </dgm:pt>
    <dgm:pt modelId="{A4CBFBFA-519D-4868-B53C-905DBB87C32C}" type="pres">
      <dgm:prSet presAssocID="{16CB1E93-56FA-4865-815F-B98DB9E561F9}" presName="root" presStyleCnt="0">
        <dgm:presLayoutVars>
          <dgm:dir/>
          <dgm:resizeHandles val="exact"/>
        </dgm:presLayoutVars>
      </dgm:prSet>
      <dgm:spPr/>
    </dgm:pt>
    <dgm:pt modelId="{C8635901-48B2-411A-8C25-AA5027653D8E}" type="pres">
      <dgm:prSet presAssocID="{25262E05-4E04-4540-8378-931651F6266E}" presName="compNode" presStyleCnt="0"/>
      <dgm:spPr/>
    </dgm:pt>
    <dgm:pt modelId="{A5615F25-DAAF-488C-B0B4-3F93C9A67C99}" type="pres">
      <dgm:prSet presAssocID="{25262E05-4E04-4540-8378-931651F6266E}" presName="bgRect" presStyleLbl="bgShp" presStyleIdx="0" presStyleCnt="5"/>
      <dgm:spPr/>
    </dgm:pt>
    <dgm:pt modelId="{80B50CE4-2FB1-4E67-8821-E8D2750EB227}" type="pres">
      <dgm:prSet presAssocID="{25262E05-4E04-4540-8378-931651F6266E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mpressão digital"/>
        </a:ext>
      </dgm:extLst>
    </dgm:pt>
    <dgm:pt modelId="{FA08D8D5-E110-480C-AC2E-97ED83A7AB52}" type="pres">
      <dgm:prSet presAssocID="{25262E05-4E04-4540-8378-931651F6266E}" presName="spaceRect" presStyleCnt="0"/>
      <dgm:spPr/>
    </dgm:pt>
    <dgm:pt modelId="{2AA5AECB-3706-40C7-BD6E-DC56284282EE}" type="pres">
      <dgm:prSet presAssocID="{25262E05-4E04-4540-8378-931651F6266E}" presName="parTx" presStyleLbl="revTx" presStyleIdx="0" presStyleCnt="5">
        <dgm:presLayoutVars>
          <dgm:chMax val="0"/>
          <dgm:chPref val="0"/>
        </dgm:presLayoutVars>
      </dgm:prSet>
      <dgm:spPr/>
    </dgm:pt>
    <dgm:pt modelId="{6F6714BC-B2C3-4E2E-9BA2-BD26CF271615}" type="pres">
      <dgm:prSet presAssocID="{E23A33B1-52CF-4945-97F9-6A51C26D07E9}" presName="sibTrans" presStyleCnt="0"/>
      <dgm:spPr/>
    </dgm:pt>
    <dgm:pt modelId="{055E7AD6-1514-4DE4-87C0-4FEB6D9168FD}" type="pres">
      <dgm:prSet presAssocID="{682A4E41-1834-4583-9554-38779B603091}" presName="compNode" presStyleCnt="0"/>
      <dgm:spPr/>
    </dgm:pt>
    <dgm:pt modelId="{2CB5B4C0-E348-4960-8C00-1D011A10BCF5}" type="pres">
      <dgm:prSet presAssocID="{682A4E41-1834-4583-9554-38779B603091}" presName="bgRect" presStyleLbl="bgShp" presStyleIdx="1" presStyleCnt="5"/>
      <dgm:spPr/>
    </dgm:pt>
    <dgm:pt modelId="{C7D3C1E2-E340-4F4B-A54B-1A1ECF7E0AE1}" type="pres">
      <dgm:prSet presAssocID="{682A4E41-1834-4583-9554-38779B603091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DF"/>
        </a:ext>
      </dgm:extLst>
    </dgm:pt>
    <dgm:pt modelId="{B68D5F79-2667-420C-A56D-B44AF23414CC}" type="pres">
      <dgm:prSet presAssocID="{682A4E41-1834-4583-9554-38779B603091}" presName="spaceRect" presStyleCnt="0"/>
      <dgm:spPr/>
    </dgm:pt>
    <dgm:pt modelId="{269B6F15-F9DE-4420-8B7B-56EC87C11804}" type="pres">
      <dgm:prSet presAssocID="{682A4E41-1834-4583-9554-38779B603091}" presName="parTx" presStyleLbl="revTx" presStyleIdx="1" presStyleCnt="5">
        <dgm:presLayoutVars>
          <dgm:chMax val="0"/>
          <dgm:chPref val="0"/>
        </dgm:presLayoutVars>
      </dgm:prSet>
      <dgm:spPr/>
    </dgm:pt>
    <dgm:pt modelId="{2CA911AD-E541-42C2-8DFC-7784C27227DB}" type="pres">
      <dgm:prSet presAssocID="{19801023-E050-402B-828A-204A810D7FEE}" presName="sibTrans" presStyleCnt="0"/>
      <dgm:spPr/>
    </dgm:pt>
    <dgm:pt modelId="{9319E7F3-C444-4C3D-B04C-2150DDAE11E7}" type="pres">
      <dgm:prSet presAssocID="{1C1CA22C-0BB5-43AD-8365-99F152CC9651}" presName="compNode" presStyleCnt="0"/>
      <dgm:spPr/>
    </dgm:pt>
    <dgm:pt modelId="{7CC1A118-1DEB-4FCA-A6D5-5A2FB9C31390}" type="pres">
      <dgm:prSet presAssocID="{1C1CA22C-0BB5-43AD-8365-99F152CC9651}" presName="bgRect" presStyleLbl="bgShp" presStyleIdx="2" presStyleCnt="5"/>
      <dgm:spPr/>
    </dgm:pt>
    <dgm:pt modelId="{B8F8EB31-F819-491A-B049-7F545CBDE27A}" type="pres">
      <dgm:prSet presAssocID="{1C1CA22C-0BB5-43AD-8365-99F152CC9651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rcado"/>
        </a:ext>
      </dgm:extLst>
    </dgm:pt>
    <dgm:pt modelId="{6A552870-E534-4B18-9275-7D56950F9B02}" type="pres">
      <dgm:prSet presAssocID="{1C1CA22C-0BB5-43AD-8365-99F152CC9651}" presName="spaceRect" presStyleCnt="0"/>
      <dgm:spPr/>
    </dgm:pt>
    <dgm:pt modelId="{9F42F821-0562-41DC-9524-CBDF283A6D79}" type="pres">
      <dgm:prSet presAssocID="{1C1CA22C-0BB5-43AD-8365-99F152CC9651}" presName="parTx" presStyleLbl="revTx" presStyleIdx="2" presStyleCnt="5">
        <dgm:presLayoutVars>
          <dgm:chMax val="0"/>
          <dgm:chPref val="0"/>
        </dgm:presLayoutVars>
      </dgm:prSet>
      <dgm:spPr/>
    </dgm:pt>
    <dgm:pt modelId="{FE7B43D8-FD8F-4485-A3E9-3E0B09818638}" type="pres">
      <dgm:prSet presAssocID="{E86278AE-2965-4C7E-80A3-BF1FA3750C44}" presName="sibTrans" presStyleCnt="0"/>
      <dgm:spPr/>
    </dgm:pt>
    <dgm:pt modelId="{56AA1E58-CB15-429A-93DF-D3B75E5478A3}" type="pres">
      <dgm:prSet presAssocID="{50AD7F01-6F47-43FC-8E8A-593FF83B46E6}" presName="compNode" presStyleCnt="0"/>
      <dgm:spPr/>
    </dgm:pt>
    <dgm:pt modelId="{B3DF1285-C462-4765-9ED4-16C90DA1FD95}" type="pres">
      <dgm:prSet presAssocID="{50AD7F01-6F47-43FC-8E8A-593FF83B46E6}" presName="bgRect" presStyleLbl="bgShp" presStyleIdx="3" presStyleCnt="5"/>
      <dgm:spPr/>
    </dgm:pt>
    <dgm:pt modelId="{636BF065-C60D-4172-98A1-D63F25A225A6}" type="pres">
      <dgm:prSet presAssocID="{50AD7F01-6F47-43FC-8E8A-593FF83B46E6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tegração"/>
        </a:ext>
      </dgm:extLst>
    </dgm:pt>
    <dgm:pt modelId="{560CB26A-F621-4CA7-90B3-BDCC46FCABFE}" type="pres">
      <dgm:prSet presAssocID="{50AD7F01-6F47-43FC-8E8A-593FF83B46E6}" presName="spaceRect" presStyleCnt="0"/>
      <dgm:spPr/>
    </dgm:pt>
    <dgm:pt modelId="{4819B8A4-8534-41B7-B796-4AC7E0F3D090}" type="pres">
      <dgm:prSet presAssocID="{50AD7F01-6F47-43FC-8E8A-593FF83B46E6}" presName="parTx" presStyleLbl="revTx" presStyleIdx="3" presStyleCnt="5">
        <dgm:presLayoutVars>
          <dgm:chMax val="0"/>
          <dgm:chPref val="0"/>
        </dgm:presLayoutVars>
      </dgm:prSet>
      <dgm:spPr/>
    </dgm:pt>
    <dgm:pt modelId="{5F5A3455-B98D-432D-B8CC-7B3E3731084E}" type="pres">
      <dgm:prSet presAssocID="{D50E3F38-7B0E-428A-9651-88A3556B8CCC}" presName="sibTrans" presStyleCnt="0"/>
      <dgm:spPr/>
    </dgm:pt>
    <dgm:pt modelId="{3A64EC68-4F7A-4150-AF64-E41F037F5FE5}" type="pres">
      <dgm:prSet presAssocID="{AD9CC859-F290-4466-AF1C-C5D9EA68F0DB}" presName="compNode" presStyleCnt="0"/>
      <dgm:spPr/>
    </dgm:pt>
    <dgm:pt modelId="{0ADEAC77-7BAE-4E81-BBB1-115EE13F4025}" type="pres">
      <dgm:prSet presAssocID="{AD9CC859-F290-4466-AF1C-C5D9EA68F0DB}" presName="bgRect" presStyleLbl="bgShp" presStyleIdx="4" presStyleCnt="5"/>
      <dgm:spPr/>
    </dgm:pt>
    <dgm:pt modelId="{E812F942-E530-4A94-B75A-3AA1E4B553C1}" type="pres">
      <dgm:prSet presAssocID="{AD9CC859-F290-4466-AF1C-C5D9EA68F0DB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 seguro"/>
        </a:ext>
      </dgm:extLst>
    </dgm:pt>
    <dgm:pt modelId="{7E35D99F-A38C-4482-98EF-209D4F640D62}" type="pres">
      <dgm:prSet presAssocID="{AD9CC859-F290-4466-AF1C-C5D9EA68F0DB}" presName="spaceRect" presStyleCnt="0"/>
      <dgm:spPr/>
    </dgm:pt>
    <dgm:pt modelId="{3FABFF44-E44D-4B2F-A766-2FE4A02F9FA4}" type="pres">
      <dgm:prSet presAssocID="{AD9CC859-F290-4466-AF1C-C5D9EA68F0DB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5321EF02-577C-42B4-A8B5-913D2D16A944}" srcId="{16CB1E93-56FA-4865-815F-B98DB9E561F9}" destId="{25262E05-4E04-4540-8378-931651F6266E}" srcOrd="0" destOrd="0" parTransId="{37181389-227F-4922-8DF0-AFC2823EA3FB}" sibTransId="{E23A33B1-52CF-4945-97F9-6A51C26D07E9}"/>
    <dgm:cxn modelId="{E4195C1B-F357-4D9B-984A-1044D793C5AB}" type="presOf" srcId="{1C1CA22C-0BB5-43AD-8365-99F152CC9651}" destId="{9F42F821-0562-41DC-9524-CBDF283A6D79}" srcOrd="0" destOrd="0" presId="urn:microsoft.com/office/officeart/2018/2/layout/IconVerticalSolidList"/>
    <dgm:cxn modelId="{57FDB022-21E8-449E-8796-9E8AC2B848E9}" type="presOf" srcId="{50AD7F01-6F47-43FC-8E8A-593FF83B46E6}" destId="{4819B8A4-8534-41B7-B796-4AC7E0F3D090}" srcOrd="0" destOrd="0" presId="urn:microsoft.com/office/officeart/2018/2/layout/IconVerticalSolidList"/>
    <dgm:cxn modelId="{F0A60031-9CFB-4133-9015-F6AE7324A240}" type="presOf" srcId="{682A4E41-1834-4583-9554-38779B603091}" destId="{269B6F15-F9DE-4420-8B7B-56EC87C11804}" srcOrd="0" destOrd="0" presId="urn:microsoft.com/office/officeart/2018/2/layout/IconVerticalSolidList"/>
    <dgm:cxn modelId="{82612033-C175-4FEA-8089-C450B4C5536E}" srcId="{16CB1E93-56FA-4865-815F-B98DB9E561F9}" destId="{682A4E41-1834-4583-9554-38779B603091}" srcOrd="1" destOrd="0" parTransId="{FF6377E9-57D0-4CE1-BE12-59517F7C8E76}" sibTransId="{19801023-E050-402B-828A-204A810D7FEE}"/>
    <dgm:cxn modelId="{DF6BA638-78A5-40BF-B1FE-070BE61BAB99}" srcId="{16CB1E93-56FA-4865-815F-B98DB9E561F9}" destId="{AD9CC859-F290-4466-AF1C-C5D9EA68F0DB}" srcOrd="4" destOrd="0" parTransId="{226BC0F9-2848-4FBB-92B1-9B02ECEC9F0E}" sibTransId="{5D616910-5D56-4A67-A6E0-5E9ABFDB542E}"/>
    <dgm:cxn modelId="{9B9EC643-7AE1-4C7F-8E9E-B05B6170F691}" type="presOf" srcId="{AD9CC859-F290-4466-AF1C-C5D9EA68F0DB}" destId="{3FABFF44-E44D-4B2F-A766-2FE4A02F9FA4}" srcOrd="0" destOrd="0" presId="urn:microsoft.com/office/officeart/2018/2/layout/IconVerticalSolidList"/>
    <dgm:cxn modelId="{970F5552-01D6-422B-8556-34F461983B83}" type="presOf" srcId="{16CB1E93-56FA-4865-815F-B98DB9E561F9}" destId="{A4CBFBFA-519D-4868-B53C-905DBB87C32C}" srcOrd="0" destOrd="0" presId="urn:microsoft.com/office/officeart/2018/2/layout/IconVerticalSolidList"/>
    <dgm:cxn modelId="{4482CDCA-F62A-40AC-9AD5-92458A7FDB56}" srcId="{16CB1E93-56FA-4865-815F-B98DB9E561F9}" destId="{1C1CA22C-0BB5-43AD-8365-99F152CC9651}" srcOrd="2" destOrd="0" parTransId="{F174F229-3FBB-4E0E-B7A4-92CA1E7AEE70}" sibTransId="{E86278AE-2965-4C7E-80A3-BF1FA3750C44}"/>
    <dgm:cxn modelId="{0E71EDEB-DB2C-4CB0-9752-57DE9C078C25}" srcId="{16CB1E93-56FA-4865-815F-B98DB9E561F9}" destId="{50AD7F01-6F47-43FC-8E8A-593FF83B46E6}" srcOrd="3" destOrd="0" parTransId="{88C783E8-8BB5-4D19-B9B1-95A7F25F51D0}" sibTransId="{D50E3F38-7B0E-428A-9651-88A3556B8CCC}"/>
    <dgm:cxn modelId="{74A1C7FF-4A3E-4D7D-852C-0D52ECDCF450}" type="presOf" srcId="{25262E05-4E04-4540-8378-931651F6266E}" destId="{2AA5AECB-3706-40C7-BD6E-DC56284282EE}" srcOrd="0" destOrd="0" presId="urn:microsoft.com/office/officeart/2018/2/layout/IconVerticalSolidList"/>
    <dgm:cxn modelId="{492C2DF5-2490-4225-BB89-A367A166BD46}" type="presParOf" srcId="{A4CBFBFA-519D-4868-B53C-905DBB87C32C}" destId="{C8635901-48B2-411A-8C25-AA5027653D8E}" srcOrd="0" destOrd="0" presId="urn:microsoft.com/office/officeart/2018/2/layout/IconVerticalSolidList"/>
    <dgm:cxn modelId="{655A2DF0-F468-4CA8-AE11-9DC7E4FAC2AD}" type="presParOf" srcId="{C8635901-48B2-411A-8C25-AA5027653D8E}" destId="{A5615F25-DAAF-488C-B0B4-3F93C9A67C99}" srcOrd="0" destOrd="0" presId="urn:microsoft.com/office/officeart/2018/2/layout/IconVerticalSolidList"/>
    <dgm:cxn modelId="{05806764-A9D6-4582-B174-5FFDAA5448D5}" type="presParOf" srcId="{C8635901-48B2-411A-8C25-AA5027653D8E}" destId="{80B50CE4-2FB1-4E67-8821-E8D2750EB227}" srcOrd="1" destOrd="0" presId="urn:microsoft.com/office/officeart/2018/2/layout/IconVerticalSolidList"/>
    <dgm:cxn modelId="{0BBD90D3-8C0F-4A09-B048-6104AD6D8CF4}" type="presParOf" srcId="{C8635901-48B2-411A-8C25-AA5027653D8E}" destId="{FA08D8D5-E110-480C-AC2E-97ED83A7AB52}" srcOrd="2" destOrd="0" presId="urn:microsoft.com/office/officeart/2018/2/layout/IconVerticalSolidList"/>
    <dgm:cxn modelId="{4590DA1E-18D3-435F-B94A-1BB4AF0CFE28}" type="presParOf" srcId="{C8635901-48B2-411A-8C25-AA5027653D8E}" destId="{2AA5AECB-3706-40C7-BD6E-DC56284282EE}" srcOrd="3" destOrd="0" presId="urn:microsoft.com/office/officeart/2018/2/layout/IconVerticalSolidList"/>
    <dgm:cxn modelId="{66631977-0167-4DDB-BA68-857414D2CC40}" type="presParOf" srcId="{A4CBFBFA-519D-4868-B53C-905DBB87C32C}" destId="{6F6714BC-B2C3-4E2E-9BA2-BD26CF271615}" srcOrd="1" destOrd="0" presId="urn:microsoft.com/office/officeart/2018/2/layout/IconVerticalSolidList"/>
    <dgm:cxn modelId="{E5835639-F7C7-489C-882B-101A33EA784C}" type="presParOf" srcId="{A4CBFBFA-519D-4868-B53C-905DBB87C32C}" destId="{055E7AD6-1514-4DE4-87C0-4FEB6D9168FD}" srcOrd="2" destOrd="0" presId="urn:microsoft.com/office/officeart/2018/2/layout/IconVerticalSolidList"/>
    <dgm:cxn modelId="{1270E041-882C-4E71-8DBC-871858A55673}" type="presParOf" srcId="{055E7AD6-1514-4DE4-87C0-4FEB6D9168FD}" destId="{2CB5B4C0-E348-4960-8C00-1D011A10BCF5}" srcOrd="0" destOrd="0" presId="urn:microsoft.com/office/officeart/2018/2/layout/IconVerticalSolidList"/>
    <dgm:cxn modelId="{7499F1F9-7B9D-4E71-AA1A-1A1D3E80FDF3}" type="presParOf" srcId="{055E7AD6-1514-4DE4-87C0-4FEB6D9168FD}" destId="{C7D3C1E2-E340-4F4B-A54B-1A1ECF7E0AE1}" srcOrd="1" destOrd="0" presId="urn:microsoft.com/office/officeart/2018/2/layout/IconVerticalSolidList"/>
    <dgm:cxn modelId="{1990ADEF-E6D6-4E07-A3C9-7424BC2C65BC}" type="presParOf" srcId="{055E7AD6-1514-4DE4-87C0-4FEB6D9168FD}" destId="{B68D5F79-2667-420C-A56D-B44AF23414CC}" srcOrd="2" destOrd="0" presId="urn:microsoft.com/office/officeart/2018/2/layout/IconVerticalSolidList"/>
    <dgm:cxn modelId="{1755E800-F8CA-423B-A5DA-F726F53E4B9E}" type="presParOf" srcId="{055E7AD6-1514-4DE4-87C0-4FEB6D9168FD}" destId="{269B6F15-F9DE-4420-8B7B-56EC87C11804}" srcOrd="3" destOrd="0" presId="urn:microsoft.com/office/officeart/2018/2/layout/IconVerticalSolidList"/>
    <dgm:cxn modelId="{74BBFE6B-B0CF-446A-88AA-8662D60B7F37}" type="presParOf" srcId="{A4CBFBFA-519D-4868-B53C-905DBB87C32C}" destId="{2CA911AD-E541-42C2-8DFC-7784C27227DB}" srcOrd="3" destOrd="0" presId="urn:microsoft.com/office/officeart/2018/2/layout/IconVerticalSolidList"/>
    <dgm:cxn modelId="{B12D2578-D7EB-478D-A2F9-930BCDDCCAE4}" type="presParOf" srcId="{A4CBFBFA-519D-4868-B53C-905DBB87C32C}" destId="{9319E7F3-C444-4C3D-B04C-2150DDAE11E7}" srcOrd="4" destOrd="0" presId="urn:microsoft.com/office/officeart/2018/2/layout/IconVerticalSolidList"/>
    <dgm:cxn modelId="{AA3F64AD-1A4E-4C13-8818-440172FF80B2}" type="presParOf" srcId="{9319E7F3-C444-4C3D-B04C-2150DDAE11E7}" destId="{7CC1A118-1DEB-4FCA-A6D5-5A2FB9C31390}" srcOrd="0" destOrd="0" presId="urn:microsoft.com/office/officeart/2018/2/layout/IconVerticalSolidList"/>
    <dgm:cxn modelId="{51750FB0-DF73-471E-A696-309DBCA84CC8}" type="presParOf" srcId="{9319E7F3-C444-4C3D-B04C-2150DDAE11E7}" destId="{B8F8EB31-F819-491A-B049-7F545CBDE27A}" srcOrd="1" destOrd="0" presId="urn:microsoft.com/office/officeart/2018/2/layout/IconVerticalSolidList"/>
    <dgm:cxn modelId="{60EFF36C-5692-4358-AAD2-D31EDD954BE1}" type="presParOf" srcId="{9319E7F3-C444-4C3D-B04C-2150DDAE11E7}" destId="{6A552870-E534-4B18-9275-7D56950F9B02}" srcOrd="2" destOrd="0" presId="urn:microsoft.com/office/officeart/2018/2/layout/IconVerticalSolidList"/>
    <dgm:cxn modelId="{908A3DE2-2A53-4466-BEF1-C0B96E3C18C5}" type="presParOf" srcId="{9319E7F3-C444-4C3D-B04C-2150DDAE11E7}" destId="{9F42F821-0562-41DC-9524-CBDF283A6D79}" srcOrd="3" destOrd="0" presId="urn:microsoft.com/office/officeart/2018/2/layout/IconVerticalSolidList"/>
    <dgm:cxn modelId="{7C8027C0-BABE-4EB8-B700-A93D41472CA2}" type="presParOf" srcId="{A4CBFBFA-519D-4868-B53C-905DBB87C32C}" destId="{FE7B43D8-FD8F-4485-A3E9-3E0B09818638}" srcOrd="5" destOrd="0" presId="urn:microsoft.com/office/officeart/2018/2/layout/IconVerticalSolidList"/>
    <dgm:cxn modelId="{D3206F0B-5EB6-4806-A91B-DAE88CBB44BD}" type="presParOf" srcId="{A4CBFBFA-519D-4868-B53C-905DBB87C32C}" destId="{56AA1E58-CB15-429A-93DF-D3B75E5478A3}" srcOrd="6" destOrd="0" presId="urn:microsoft.com/office/officeart/2018/2/layout/IconVerticalSolidList"/>
    <dgm:cxn modelId="{D4D3220F-BE5F-476C-935A-70B67DDCE70A}" type="presParOf" srcId="{56AA1E58-CB15-429A-93DF-D3B75E5478A3}" destId="{B3DF1285-C462-4765-9ED4-16C90DA1FD95}" srcOrd="0" destOrd="0" presId="urn:microsoft.com/office/officeart/2018/2/layout/IconVerticalSolidList"/>
    <dgm:cxn modelId="{CC8A6496-B190-4F5D-B8D9-A0ED5C0631AB}" type="presParOf" srcId="{56AA1E58-CB15-429A-93DF-D3B75E5478A3}" destId="{636BF065-C60D-4172-98A1-D63F25A225A6}" srcOrd="1" destOrd="0" presId="urn:microsoft.com/office/officeart/2018/2/layout/IconVerticalSolidList"/>
    <dgm:cxn modelId="{58404715-B661-4326-9AB4-B326A7E3CFE2}" type="presParOf" srcId="{56AA1E58-CB15-429A-93DF-D3B75E5478A3}" destId="{560CB26A-F621-4CA7-90B3-BDCC46FCABFE}" srcOrd="2" destOrd="0" presId="urn:microsoft.com/office/officeart/2018/2/layout/IconVerticalSolidList"/>
    <dgm:cxn modelId="{C85B3FB1-6F65-434D-9EFD-4C6CCE320AA2}" type="presParOf" srcId="{56AA1E58-CB15-429A-93DF-D3B75E5478A3}" destId="{4819B8A4-8534-41B7-B796-4AC7E0F3D090}" srcOrd="3" destOrd="0" presId="urn:microsoft.com/office/officeart/2018/2/layout/IconVerticalSolidList"/>
    <dgm:cxn modelId="{D4722AC9-8BCC-43B6-9F37-14D66E6C006F}" type="presParOf" srcId="{A4CBFBFA-519D-4868-B53C-905DBB87C32C}" destId="{5F5A3455-B98D-432D-B8CC-7B3E3731084E}" srcOrd="7" destOrd="0" presId="urn:microsoft.com/office/officeart/2018/2/layout/IconVerticalSolidList"/>
    <dgm:cxn modelId="{06D44BB8-7EFD-492F-9E42-9A8ED5C28AE1}" type="presParOf" srcId="{A4CBFBFA-519D-4868-B53C-905DBB87C32C}" destId="{3A64EC68-4F7A-4150-AF64-E41F037F5FE5}" srcOrd="8" destOrd="0" presId="urn:microsoft.com/office/officeart/2018/2/layout/IconVerticalSolidList"/>
    <dgm:cxn modelId="{246BB814-6AC8-4CAD-BBC1-640EFFCBA2C1}" type="presParOf" srcId="{3A64EC68-4F7A-4150-AF64-E41F037F5FE5}" destId="{0ADEAC77-7BAE-4E81-BBB1-115EE13F4025}" srcOrd="0" destOrd="0" presId="urn:microsoft.com/office/officeart/2018/2/layout/IconVerticalSolidList"/>
    <dgm:cxn modelId="{AB8EA55E-6AE8-42EC-ABFD-D21BEF7EA342}" type="presParOf" srcId="{3A64EC68-4F7A-4150-AF64-E41F037F5FE5}" destId="{E812F942-E530-4A94-B75A-3AA1E4B553C1}" srcOrd="1" destOrd="0" presId="urn:microsoft.com/office/officeart/2018/2/layout/IconVerticalSolidList"/>
    <dgm:cxn modelId="{B382CFEE-0EE0-4FBB-B348-192035DCAF8A}" type="presParOf" srcId="{3A64EC68-4F7A-4150-AF64-E41F037F5FE5}" destId="{7E35D99F-A38C-4482-98EF-209D4F640D62}" srcOrd="2" destOrd="0" presId="urn:microsoft.com/office/officeart/2018/2/layout/IconVerticalSolidList"/>
    <dgm:cxn modelId="{F35A2B69-1E0E-4CA9-A65A-2498DA7F493C}" type="presParOf" srcId="{3A64EC68-4F7A-4150-AF64-E41F037F5FE5}" destId="{3FABFF44-E44D-4B2F-A766-2FE4A02F9FA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6CB1E93-56FA-4865-815F-B98DB9E561F9}" type="doc">
      <dgm:prSet loTypeId="urn:microsoft.com/office/officeart/2018/2/layout/Icon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pt-BR"/>
        </a:p>
      </dgm:t>
    </dgm:pt>
    <dgm:pt modelId="{25262E05-4E04-4540-8378-931651F6266E}">
      <dgm:prSet phldrT="[Texto]"/>
      <dgm:spPr/>
      <dgm:t>
        <a:bodyPr/>
        <a:lstStyle/>
        <a:p>
          <a:pPr>
            <a:lnSpc>
              <a:spcPct val="100000"/>
            </a:lnSpc>
          </a:pPr>
          <a:r>
            <a:rPr lang="pt-BR"/>
            <a:t>Confidencialidade Profissional;</a:t>
          </a:r>
        </a:p>
      </dgm:t>
    </dgm:pt>
    <dgm:pt modelId="{37181389-227F-4922-8DF0-AFC2823EA3FB}" type="parTrans" cxnId="{5321EF02-577C-42B4-A8B5-913D2D16A944}">
      <dgm:prSet/>
      <dgm:spPr/>
      <dgm:t>
        <a:bodyPr/>
        <a:lstStyle/>
        <a:p>
          <a:endParaRPr lang="pt-BR"/>
        </a:p>
      </dgm:t>
    </dgm:pt>
    <dgm:pt modelId="{E23A33B1-52CF-4945-97F9-6A51C26D07E9}" type="sibTrans" cxnId="{5321EF02-577C-42B4-A8B5-913D2D16A944}">
      <dgm:prSet/>
      <dgm:spPr/>
      <dgm:t>
        <a:bodyPr/>
        <a:lstStyle/>
        <a:p>
          <a:endParaRPr lang="pt-BR"/>
        </a:p>
      </dgm:t>
    </dgm:pt>
    <dgm:pt modelId="{682A4E41-1834-4583-9554-38779B603091}">
      <dgm:prSet phldrT="[Texto]"/>
      <dgm:spPr/>
      <dgm:t>
        <a:bodyPr/>
        <a:lstStyle/>
        <a:p>
          <a:pPr>
            <a:lnSpc>
              <a:spcPct val="100000"/>
            </a:lnSpc>
          </a:pPr>
          <a:r>
            <a:rPr lang="pt-BR"/>
            <a:t>Responsabilidade e consequências;</a:t>
          </a:r>
        </a:p>
      </dgm:t>
    </dgm:pt>
    <dgm:pt modelId="{FF6377E9-57D0-4CE1-BE12-59517F7C8E76}" type="parTrans" cxnId="{82612033-C175-4FEA-8089-C450B4C5536E}">
      <dgm:prSet/>
      <dgm:spPr/>
      <dgm:t>
        <a:bodyPr/>
        <a:lstStyle/>
        <a:p>
          <a:endParaRPr lang="pt-BR"/>
        </a:p>
      </dgm:t>
    </dgm:pt>
    <dgm:pt modelId="{19801023-E050-402B-828A-204A810D7FEE}" type="sibTrans" cxnId="{82612033-C175-4FEA-8089-C450B4C5536E}">
      <dgm:prSet/>
      <dgm:spPr/>
      <dgm:t>
        <a:bodyPr/>
        <a:lstStyle/>
        <a:p>
          <a:endParaRPr lang="pt-BR"/>
        </a:p>
      </dgm:t>
    </dgm:pt>
    <dgm:pt modelId="{1C1CA22C-0BB5-43AD-8365-99F152CC9651}">
      <dgm:prSet phldrT="[Texto]"/>
      <dgm:spPr/>
      <dgm:t>
        <a:bodyPr/>
        <a:lstStyle/>
        <a:p>
          <a:pPr>
            <a:lnSpc>
              <a:spcPct val="100000"/>
            </a:lnSpc>
          </a:pPr>
          <a:r>
            <a:rPr lang="pt-BR"/>
            <a:t>Responsabilidade e Prudência;</a:t>
          </a:r>
        </a:p>
      </dgm:t>
    </dgm:pt>
    <dgm:pt modelId="{F174F229-3FBB-4E0E-B7A4-92CA1E7AEE70}" type="parTrans" cxnId="{4482CDCA-F62A-40AC-9AD5-92458A7FDB56}">
      <dgm:prSet/>
      <dgm:spPr/>
      <dgm:t>
        <a:bodyPr/>
        <a:lstStyle/>
        <a:p>
          <a:endParaRPr lang="pt-BR"/>
        </a:p>
      </dgm:t>
    </dgm:pt>
    <dgm:pt modelId="{E86278AE-2965-4C7E-80A3-BF1FA3750C44}" type="sibTrans" cxnId="{4482CDCA-F62A-40AC-9AD5-92458A7FDB56}">
      <dgm:prSet/>
      <dgm:spPr/>
      <dgm:t>
        <a:bodyPr/>
        <a:lstStyle/>
        <a:p>
          <a:endParaRPr lang="pt-BR"/>
        </a:p>
      </dgm:t>
    </dgm:pt>
    <dgm:pt modelId="{5D7AF906-D885-4A0D-ACE6-8294EF38E83B}" type="pres">
      <dgm:prSet presAssocID="{16CB1E93-56FA-4865-815F-B98DB9E561F9}" presName="root" presStyleCnt="0">
        <dgm:presLayoutVars>
          <dgm:dir/>
          <dgm:resizeHandles val="exact"/>
        </dgm:presLayoutVars>
      </dgm:prSet>
      <dgm:spPr/>
    </dgm:pt>
    <dgm:pt modelId="{5F2EE9FE-BD36-48EF-B8A0-4C791AD45B85}" type="pres">
      <dgm:prSet presAssocID="{25262E05-4E04-4540-8378-931651F6266E}" presName="compNode" presStyleCnt="0"/>
      <dgm:spPr/>
    </dgm:pt>
    <dgm:pt modelId="{3580BA4B-691E-4272-BD54-67D8FBA21905}" type="pres">
      <dgm:prSet presAssocID="{25262E05-4E04-4540-8378-931651F6266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oqueio"/>
        </a:ext>
      </dgm:extLst>
    </dgm:pt>
    <dgm:pt modelId="{C6D75B35-2672-467E-BB18-FDFF39FC0CEA}" type="pres">
      <dgm:prSet presAssocID="{25262E05-4E04-4540-8378-931651F6266E}" presName="spaceRect" presStyleCnt="0"/>
      <dgm:spPr/>
    </dgm:pt>
    <dgm:pt modelId="{2D5654F0-E871-497B-91BF-43ADAC78B09C}" type="pres">
      <dgm:prSet presAssocID="{25262E05-4E04-4540-8378-931651F6266E}" presName="textRect" presStyleLbl="revTx" presStyleIdx="0" presStyleCnt="3">
        <dgm:presLayoutVars>
          <dgm:chMax val="1"/>
          <dgm:chPref val="1"/>
        </dgm:presLayoutVars>
      </dgm:prSet>
      <dgm:spPr/>
    </dgm:pt>
    <dgm:pt modelId="{9B232ABE-5E68-472B-91D7-4862B0F2C4A5}" type="pres">
      <dgm:prSet presAssocID="{E23A33B1-52CF-4945-97F9-6A51C26D07E9}" presName="sibTrans" presStyleCnt="0"/>
      <dgm:spPr/>
    </dgm:pt>
    <dgm:pt modelId="{CEC25568-6A6F-4297-B6F6-987AD44592DA}" type="pres">
      <dgm:prSet presAssocID="{682A4E41-1834-4583-9554-38779B603091}" presName="compNode" presStyleCnt="0"/>
      <dgm:spPr/>
    </dgm:pt>
    <dgm:pt modelId="{8D5E02D7-8B1A-435F-91CE-D9CF125ED171}" type="pres">
      <dgm:prSet presAssocID="{682A4E41-1834-4583-9554-38779B60309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8551BAC8-55CF-47D6-9C57-A9F563771CB4}" type="pres">
      <dgm:prSet presAssocID="{682A4E41-1834-4583-9554-38779B603091}" presName="spaceRect" presStyleCnt="0"/>
      <dgm:spPr/>
    </dgm:pt>
    <dgm:pt modelId="{D0842D58-F1CC-418E-82EC-28B9F0310B9F}" type="pres">
      <dgm:prSet presAssocID="{682A4E41-1834-4583-9554-38779B603091}" presName="textRect" presStyleLbl="revTx" presStyleIdx="1" presStyleCnt="3">
        <dgm:presLayoutVars>
          <dgm:chMax val="1"/>
          <dgm:chPref val="1"/>
        </dgm:presLayoutVars>
      </dgm:prSet>
      <dgm:spPr/>
    </dgm:pt>
    <dgm:pt modelId="{4529EF01-2013-4E76-92D2-D786BA764210}" type="pres">
      <dgm:prSet presAssocID="{19801023-E050-402B-828A-204A810D7FEE}" presName="sibTrans" presStyleCnt="0"/>
      <dgm:spPr/>
    </dgm:pt>
    <dgm:pt modelId="{FBF5C201-4EFE-410F-95E4-B6D3872CF20D}" type="pres">
      <dgm:prSet presAssocID="{1C1CA22C-0BB5-43AD-8365-99F152CC9651}" presName="compNode" presStyleCnt="0"/>
      <dgm:spPr/>
    </dgm:pt>
    <dgm:pt modelId="{855FBC01-F33E-4AD1-8D36-A18CAD5A9BE3}" type="pres">
      <dgm:prSet presAssocID="{1C1CA22C-0BB5-43AD-8365-99F152CC965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viso"/>
        </a:ext>
      </dgm:extLst>
    </dgm:pt>
    <dgm:pt modelId="{0CCF7908-D3A4-4D6F-BA4D-C75B81DC6E21}" type="pres">
      <dgm:prSet presAssocID="{1C1CA22C-0BB5-43AD-8365-99F152CC9651}" presName="spaceRect" presStyleCnt="0"/>
      <dgm:spPr/>
    </dgm:pt>
    <dgm:pt modelId="{9243BA4A-236A-4EF2-B86C-651CBE4F8AB9}" type="pres">
      <dgm:prSet presAssocID="{1C1CA22C-0BB5-43AD-8365-99F152CC965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321EF02-577C-42B4-A8B5-913D2D16A944}" srcId="{16CB1E93-56FA-4865-815F-B98DB9E561F9}" destId="{25262E05-4E04-4540-8378-931651F6266E}" srcOrd="0" destOrd="0" parTransId="{37181389-227F-4922-8DF0-AFC2823EA3FB}" sibTransId="{E23A33B1-52CF-4945-97F9-6A51C26D07E9}"/>
    <dgm:cxn modelId="{82612033-C175-4FEA-8089-C450B4C5536E}" srcId="{16CB1E93-56FA-4865-815F-B98DB9E561F9}" destId="{682A4E41-1834-4583-9554-38779B603091}" srcOrd="1" destOrd="0" parTransId="{FF6377E9-57D0-4CE1-BE12-59517F7C8E76}" sibTransId="{19801023-E050-402B-828A-204A810D7FEE}"/>
    <dgm:cxn modelId="{09F92073-294C-45A9-BD3B-C97E90D29F2F}" type="presOf" srcId="{16CB1E93-56FA-4865-815F-B98DB9E561F9}" destId="{5D7AF906-D885-4A0D-ACE6-8294EF38E83B}" srcOrd="0" destOrd="0" presId="urn:microsoft.com/office/officeart/2018/2/layout/IconLabelList"/>
    <dgm:cxn modelId="{BB3C4E86-44D9-4AFB-9D5F-E10D6617D510}" type="presOf" srcId="{1C1CA22C-0BB5-43AD-8365-99F152CC9651}" destId="{9243BA4A-236A-4EF2-B86C-651CBE4F8AB9}" srcOrd="0" destOrd="0" presId="urn:microsoft.com/office/officeart/2018/2/layout/IconLabelList"/>
    <dgm:cxn modelId="{4482CDCA-F62A-40AC-9AD5-92458A7FDB56}" srcId="{16CB1E93-56FA-4865-815F-B98DB9E561F9}" destId="{1C1CA22C-0BB5-43AD-8365-99F152CC9651}" srcOrd="2" destOrd="0" parTransId="{F174F229-3FBB-4E0E-B7A4-92CA1E7AEE70}" sibTransId="{E86278AE-2965-4C7E-80A3-BF1FA3750C44}"/>
    <dgm:cxn modelId="{157B28DA-90BA-4BEA-8C88-EBC953B530CC}" type="presOf" srcId="{25262E05-4E04-4540-8378-931651F6266E}" destId="{2D5654F0-E871-497B-91BF-43ADAC78B09C}" srcOrd="0" destOrd="0" presId="urn:microsoft.com/office/officeart/2018/2/layout/IconLabelList"/>
    <dgm:cxn modelId="{F2F684DB-AF39-4BEC-A5B4-42EB6A679C6B}" type="presOf" srcId="{682A4E41-1834-4583-9554-38779B603091}" destId="{D0842D58-F1CC-418E-82EC-28B9F0310B9F}" srcOrd="0" destOrd="0" presId="urn:microsoft.com/office/officeart/2018/2/layout/IconLabelList"/>
    <dgm:cxn modelId="{A5EFE270-BD98-4B81-860B-B1409B66F364}" type="presParOf" srcId="{5D7AF906-D885-4A0D-ACE6-8294EF38E83B}" destId="{5F2EE9FE-BD36-48EF-B8A0-4C791AD45B85}" srcOrd="0" destOrd="0" presId="urn:microsoft.com/office/officeart/2018/2/layout/IconLabelList"/>
    <dgm:cxn modelId="{74271F23-4A10-4A8C-A126-EEB41A8B7855}" type="presParOf" srcId="{5F2EE9FE-BD36-48EF-B8A0-4C791AD45B85}" destId="{3580BA4B-691E-4272-BD54-67D8FBA21905}" srcOrd="0" destOrd="0" presId="urn:microsoft.com/office/officeart/2018/2/layout/IconLabelList"/>
    <dgm:cxn modelId="{565BFB1F-79E5-4316-8799-289494600C4E}" type="presParOf" srcId="{5F2EE9FE-BD36-48EF-B8A0-4C791AD45B85}" destId="{C6D75B35-2672-467E-BB18-FDFF39FC0CEA}" srcOrd="1" destOrd="0" presId="urn:microsoft.com/office/officeart/2018/2/layout/IconLabelList"/>
    <dgm:cxn modelId="{D7338F18-880E-4CDB-AF08-B48F1582008B}" type="presParOf" srcId="{5F2EE9FE-BD36-48EF-B8A0-4C791AD45B85}" destId="{2D5654F0-E871-497B-91BF-43ADAC78B09C}" srcOrd="2" destOrd="0" presId="urn:microsoft.com/office/officeart/2018/2/layout/IconLabelList"/>
    <dgm:cxn modelId="{E03E2424-85B1-466E-9062-F399AF09F5B5}" type="presParOf" srcId="{5D7AF906-D885-4A0D-ACE6-8294EF38E83B}" destId="{9B232ABE-5E68-472B-91D7-4862B0F2C4A5}" srcOrd="1" destOrd="0" presId="urn:microsoft.com/office/officeart/2018/2/layout/IconLabelList"/>
    <dgm:cxn modelId="{36D442C4-2FE0-43F1-AEEF-45260AE8D25C}" type="presParOf" srcId="{5D7AF906-D885-4A0D-ACE6-8294EF38E83B}" destId="{CEC25568-6A6F-4297-B6F6-987AD44592DA}" srcOrd="2" destOrd="0" presId="urn:microsoft.com/office/officeart/2018/2/layout/IconLabelList"/>
    <dgm:cxn modelId="{BF510E08-9CCA-4934-8092-22F502202FB0}" type="presParOf" srcId="{CEC25568-6A6F-4297-B6F6-987AD44592DA}" destId="{8D5E02D7-8B1A-435F-91CE-D9CF125ED171}" srcOrd="0" destOrd="0" presId="urn:microsoft.com/office/officeart/2018/2/layout/IconLabelList"/>
    <dgm:cxn modelId="{51B2052D-2281-4BDE-84FD-93D67A7CB7D8}" type="presParOf" srcId="{CEC25568-6A6F-4297-B6F6-987AD44592DA}" destId="{8551BAC8-55CF-47D6-9C57-A9F563771CB4}" srcOrd="1" destOrd="0" presId="urn:microsoft.com/office/officeart/2018/2/layout/IconLabelList"/>
    <dgm:cxn modelId="{0476C0DF-7546-44D6-B311-AFDA459EBC57}" type="presParOf" srcId="{CEC25568-6A6F-4297-B6F6-987AD44592DA}" destId="{D0842D58-F1CC-418E-82EC-28B9F0310B9F}" srcOrd="2" destOrd="0" presId="urn:microsoft.com/office/officeart/2018/2/layout/IconLabelList"/>
    <dgm:cxn modelId="{2AD7B2E5-DBAC-45CC-B235-6D11773B2522}" type="presParOf" srcId="{5D7AF906-D885-4A0D-ACE6-8294EF38E83B}" destId="{4529EF01-2013-4E76-92D2-D786BA764210}" srcOrd="3" destOrd="0" presId="urn:microsoft.com/office/officeart/2018/2/layout/IconLabelList"/>
    <dgm:cxn modelId="{DAF492F7-6992-4392-9A40-91E3EBB9F963}" type="presParOf" srcId="{5D7AF906-D885-4A0D-ACE6-8294EF38E83B}" destId="{FBF5C201-4EFE-410F-95E4-B6D3872CF20D}" srcOrd="4" destOrd="0" presId="urn:microsoft.com/office/officeart/2018/2/layout/IconLabelList"/>
    <dgm:cxn modelId="{69EF813C-61D6-4E4E-81A4-658429A4A7FD}" type="presParOf" srcId="{FBF5C201-4EFE-410F-95E4-B6D3872CF20D}" destId="{855FBC01-F33E-4AD1-8D36-A18CAD5A9BE3}" srcOrd="0" destOrd="0" presId="urn:microsoft.com/office/officeart/2018/2/layout/IconLabelList"/>
    <dgm:cxn modelId="{C54FB0B8-A7D6-4DFF-922D-1C9954A6F17C}" type="presParOf" srcId="{FBF5C201-4EFE-410F-95E4-B6D3872CF20D}" destId="{0CCF7908-D3A4-4D6F-BA4D-C75B81DC6E21}" srcOrd="1" destOrd="0" presId="urn:microsoft.com/office/officeart/2018/2/layout/IconLabelList"/>
    <dgm:cxn modelId="{AD331903-EBCD-4941-B028-B135D221781B}" type="presParOf" srcId="{FBF5C201-4EFE-410F-95E4-B6D3872CF20D}" destId="{9243BA4A-236A-4EF2-B86C-651CBE4F8AB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83E70B-EE6D-407B-8E1F-FE26817B3B1D}">
      <dsp:nvSpPr>
        <dsp:cNvPr id="0" name=""/>
        <dsp:cNvSpPr/>
      </dsp:nvSpPr>
      <dsp:spPr>
        <a:xfrm>
          <a:off x="0" y="2036784"/>
          <a:ext cx="10886567" cy="169732"/>
        </a:xfrm>
        <a:prstGeom prst="rect">
          <a:avLst/>
        </a:prstGeom>
        <a:solidFill>
          <a:schemeClr val="accent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A550E8-D286-40B4-9B20-40DE0FCA02CE}">
      <dsp:nvSpPr>
        <dsp:cNvPr id="0" name=""/>
        <dsp:cNvSpPr/>
      </dsp:nvSpPr>
      <dsp:spPr>
        <a:xfrm>
          <a:off x="2248986" y="1245305"/>
          <a:ext cx="0" cy="90840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8DCC00-CC60-4F76-9C61-F00E7DBFC778}">
      <dsp:nvSpPr>
        <dsp:cNvPr id="0" name=""/>
        <dsp:cNvSpPr/>
      </dsp:nvSpPr>
      <dsp:spPr>
        <a:xfrm>
          <a:off x="82460" y="619565"/>
          <a:ext cx="4333053" cy="71715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9216" tIns="38172" rIns="189216" bIns="38172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pt-BR" sz="1200" kern="1200" spc="0" baseline="0" noProof="0" dirty="0"/>
            <a:t>Há dez anos, um analista da Inteligência dos Estados Unidos revelou ao mundo a dimensão do sistema de espionagem norte-americano.</a:t>
          </a:r>
        </a:p>
      </dsp:txBody>
      <dsp:txXfrm>
        <a:off x="82460" y="619565"/>
        <a:ext cx="4333053" cy="717158"/>
      </dsp:txXfrm>
    </dsp:sp>
    <dsp:sp modelId="{5C96A5F5-16B2-4AEA-9591-B66C220F4A65}">
      <dsp:nvSpPr>
        <dsp:cNvPr id="0" name=""/>
        <dsp:cNvSpPr/>
      </dsp:nvSpPr>
      <dsp:spPr>
        <a:xfrm>
          <a:off x="548728" y="2278652"/>
          <a:ext cx="3482850" cy="4794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1">
          <a:noAutofit/>
        </a:bodyPr>
        <a:lstStyle/>
        <a:p>
          <a:pPr marL="0" lvl="0" indent="0" algn="ctr" defTabSz="1066800" rtl="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pt-BR" sz="2400" b="1" kern="1200" spc="100" noProof="0" dirty="0"/>
            <a:t>1</a:t>
          </a:r>
        </a:p>
      </dsp:txBody>
      <dsp:txXfrm>
        <a:off x="548728" y="2278652"/>
        <a:ext cx="3482850" cy="479493"/>
      </dsp:txXfrm>
    </dsp:sp>
    <dsp:sp modelId="{B3AC6DBE-85B6-4AF3-BADF-7E1E82B735CC}">
      <dsp:nvSpPr>
        <dsp:cNvPr id="0" name=""/>
        <dsp:cNvSpPr/>
      </dsp:nvSpPr>
      <dsp:spPr>
        <a:xfrm>
          <a:off x="2188996" y="2042856"/>
          <a:ext cx="119980" cy="119526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186A17-7B9F-4674-AD57-FF0C87A3CB32}">
      <dsp:nvSpPr>
        <dsp:cNvPr id="0" name=""/>
        <dsp:cNvSpPr/>
      </dsp:nvSpPr>
      <dsp:spPr>
        <a:xfrm>
          <a:off x="4459305" y="1786293"/>
          <a:ext cx="0" cy="1051965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73CBFE-397D-467A-A65B-E19FAB2953BB}">
      <dsp:nvSpPr>
        <dsp:cNvPr id="0" name=""/>
        <dsp:cNvSpPr/>
      </dsp:nvSpPr>
      <dsp:spPr>
        <a:xfrm>
          <a:off x="2601548" y="2569887"/>
          <a:ext cx="3596173" cy="124574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3321" tIns="57258" rIns="183321" bIns="57258" numCol="1" spcCol="1270" rtlCol="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pt-BR" sz="1200" b="0" i="0" kern="1200" dirty="0"/>
            <a:t>Após baixar milhares de documentos da Agência Nacional de Segurança (NSA,) e da CIA, Edward Snowden mostrou como o serviço de inteligência dos Estados Unidos era capaz de coletar dados de pessoas de todo o mundo.</a:t>
          </a:r>
          <a:endParaRPr lang="pt-BR" sz="1200" kern="1200" spc="0" baseline="0" noProof="0" dirty="0"/>
        </a:p>
      </dsp:txBody>
      <dsp:txXfrm>
        <a:off x="2601548" y="2569887"/>
        <a:ext cx="3596173" cy="1245748"/>
      </dsp:txXfrm>
    </dsp:sp>
    <dsp:sp modelId="{730471FC-8FAF-49B2-8F42-63D391F759BE}">
      <dsp:nvSpPr>
        <dsp:cNvPr id="0" name=""/>
        <dsp:cNvSpPr/>
      </dsp:nvSpPr>
      <dsp:spPr>
        <a:xfrm>
          <a:off x="2389032" y="1485155"/>
          <a:ext cx="3482850" cy="4794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b" anchorCtr="1">
          <a:noAutofit/>
        </a:bodyPr>
        <a:lstStyle/>
        <a:p>
          <a:pPr marL="0" lvl="0" indent="0" algn="ctr" defTabSz="1066800" rtl="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pt-BR" sz="2400" b="1" kern="1200" spc="100" noProof="0" dirty="0"/>
            <a:t>2</a:t>
          </a:r>
        </a:p>
      </dsp:txBody>
      <dsp:txXfrm>
        <a:off x="2389032" y="1485155"/>
        <a:ext cx="3482850" cy="479493"/>
      </dsp:txXfrm>
    </dsp:sp>
    <dsp:sp modelId="{F34C40A7-6131-4EF1-9887-E7EEA86D1562}">
      <dsp:nvSpPr>
        <dsp:cNvPr id="0" name=""/>
        <dsp:cNvSpPr/>
      </dsp:nvSpPr>
      <dsp:spPr>
        <a:xfrm>
          <a:off x="4409517" y="1839954"/>
          <a:ext cx="99576" cy="138416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C3FD7B-71E0-4012-B7CE-2C80433ED975}">
      <dsp:nvSpPr>
        <dsp:cNvPr id="0" name=""/>
        <dsp:cNvSpPr/>
      </dsp:nvSpPr>
      <dsp:spPr>
        <a:xfrm>
          <a:off x="7386324" y="1439467"/>
          <a:ext cx="0" cy="806227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67EBEC-ACAC-4EF4-B856-39067B4D928B}">
      <dsp:nvSpPr>
        <dsp:cNvPr id="0" name=""/>
        <dsp:cNvSpPr/>
      </dsp:nvSpPr>
      <dsp:spPr>
        <a:xfrm>
          <a:off x="5398251" y="124044"/>
          <a:ext cx="3976144" cy="1315423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9216" tIns="78889" rIns="189216" bIns="78889" numCol="1" spcCol="1270" rtlCol="0" anchor="ctr" anchorCtr="0">
          <a:noAutofit/>
        </a:bodyPr>
        <a:lstStyle/>
        <a:p>
          <a:pPr marL="0" lvl="0" indent="0" algn="l" defTabSz="533400" rtl="0">
            <a:lnSpc>
              <a:spcPct val="90000"/>
            </a:lnSpc>
            <a:spcBef>
              <a:spcPct val="0"/>
            </a:spcBef>
            <a:spcAft>
              <a:spcPts val="0"/>
            </a:spcAft>
            <a:buFont typeface="Arial" panose="020B0604020202020204" pitchFamily="34" charset="0"/>
            <a:buNone/>
          </a:pPr>
          <a:r>
            <a:rPr lang="pt-BR" sz="1200" kern="1200" spc="0" baseline="0" noProof="0" dirty="0"/>
            <a:t>Os documentos acessados por Snowden mostraram que o país conseguia, acessar celulares de líderes globais, e coletar dados, através de um programa chamado </a:t>
          </a:r>
          <a:r>
            <a:rPr lang="pt-BR" sz="1200" kern="1200" spc="0" baseline="0" noProof="0" dirty="0" err="1"/>
            <a:t>Prism</a:t>
          </a:r>
          <a:r>
            <a:rPr lang="pt-BR" sz="1200" kern="1200" spc="0" baseline="0" noProof="0" dirty="0"/>
            <a:t>, de grandes empresas de tecnologia, como o Google e o Facebook, independentemente do consentimento dos usuários. </a:t>
          </a:r>
        </a:p>
      </dsp:txBody>
      <dsp:txXfrm>
        <a:off x="5398251" y="124044"/>
        <a:ext cx="3976144" cy="1315423"/>
      </dsp:txXfrm>
    </dsp:sp>
    <dsp:sp modelId="{7605329C-2B32-4CD7-9B69-1B3DAB88562E}">
      <dsp:nvSpPr>
        <dsp:cNvPr id="0" name=""/>
        <dsp:cNvSpPr/>
      </dsp:nvSpPr>
      <dsp:spPr>
        <a:xfrm>
          <a:off x="5744515" y="2275090"/>
          <a:ext cx="3482850" cy="4794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1">
          <a:noAutofit/>
        </a:bodyPr>
        <a:lstStyle/>
        <a:p>
          <a:pPr marL="0" lvl="0" indent="0" algn="ctr" defTabSz="1155700" rtl="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pt-BR" sz="2600" b="1" kern="1200" spc="100" baseline="0" noProof="0" dirty="0"/>
            <a:t>3</a:t>
          </a:r>
        </a:p>
      </dsp:txBody>
      <dsp:txXfrm>
        <a:off x="5744515" y="2275090"/>
        <a:ext cx="3482850" cy="479493"/>
      </dsp:txXfrm>
    </dsp:sp>
    <dsp:sp modelId="{79B0CEDC-0005-4ACE-AB25-DB9533DC85C2}">
      <dsp:nvSpPr>
        <dsp:cNvPr id="0" name=""/>
        <dsp:cNvSpPr/>
      </dsp:nvSpPr>
      <dsp:spPr>
        <a:xfrm>
          <a:off x="7331275" y="2192653"/>
          <a:ext cx="110097" cy="106082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9D58D6-E34B-4990-86E2-B1CAE3536A29}">
      <dsp:nvSpPr>
        <dsp:cNvPr id="0" name=""/>
        <dsp:cNvSpPr/>
      </dsp:nvSpPr>
      <dsp:spPr>
        <a:xfrm>
          <a:off x="8934392" y="2050286"/>
          <a:ext cx="0" cy="806227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0E0A3B-47C8-4C2F-8C45-EC9C3DFA1FFB}">
      <dsp:nvSpPr>
        <dsp:cNvPr id="0" name=""/>
        <dsp:cNvSpPr/>
      </dsp:nvSpPr>
      <dsp:spPr>
        <a:xfrm>
          <a:off x="6982217" y="2856513"/>
          <a:ext cx="3904349" cy="63649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9216" tIns="38172" rIns="189216" bIns="38172" numCol="1" spcCol="1270" rtlCol="0" anchor="ctr" anchorCtr="0">
          <a:noAutofit/>
        </a:bodyPr>
        <a:lstStyle/>
        <a:p>
          <a:pPr marL="0" lvl="0" indent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pt-BR" sz="1200" kern="1200" spc="0" baseline="0" noProof="0" dirty="0"/>
        </a:p>
      </dsp:txBody>
      <dsp:txXfrm>
        <a:off x="6982217" y="2856513"/>
        <a:ext cx="3904349" cy="636495"/>
      </dsp:txXfrm>
    </dsp:sp>
    <dsp:sp modelId="{5646D4EB-C7F1-4D0E-8051-C7D6C1D31ADE}">
      <dsp:nvSpPr>
        <dsp:cNvPr id="0" name=""/>
        <dsp:cNvSpPr/>
      </dsp:nvSpPr>
      <dsp:spPr>
        <a:xfrm>
          <a:off x="7129227" y="1485155"/>
          <a:ext cx="3482850" cy="4794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b" anchorCtr="1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ts val="0"/>
            </a:spcAft>
            <a:buFont typeface="Arial" panose="020B0604020202020204" pitchFamily="34" charset="0"/>
            <a:buNone/>
          </a:pPr>
          <a:r>
            <a:rPr lang="pt-BR" sz="2400" b="1" kern="1200" spc="100" noProof="0" dirty="0"/>
            <a:t>4</a:t>
          </a:r>
        </a:p>
      </dsp:txBody>
      <dsp:txXfrm>
        <a:off x="7129227" y="1485155"/>
        <a:ext cx="3482850" cy="479493"/>
      </dsp:txXfrm>
    </dsp:sp>
    <dsp:sp modelId="{A72D3A03-5E34-4B13-9747-5EFFE003B8C1}">
      <dsp:nvSpPr>
        <dsp:cNvPr id="0" name=""/>
        <dsp:cNvSpPr/>
      </dsp:nvSpPr>
      <dsp:spPr>
        <a:xfrm>
          <a:off x="8880337" y="1997245"/>
          <a:ext cx="108109" cy="106082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615F25-DAAF-488C-B0B4-3F93C9A67C99}">
      <dsp:nvSpPr>
        <dsp:cNvPr id="0" name=""/>
        <dsp:cNvSpPr/>
      </dsp:nvSpPr>
      <dsp:spPr>
        <a:xfrm>
          <a:off x="0" y="3232"/>
          <a:ext cx="11485255" cy="68862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B50CE4-2FB1-4E67-8821-E8D2750EB227}">
      <dsp:nvSpPr>
        <dsp:cNvPr id="0" name=""/>
        <dsp:cNvSpPr/>
      </dsp:nvSpPr>
      <dsp:spPr>
        <a:xfrm>
          <a:off x="208308" y="158173"/>
          <a:ext cx="378742" cy="37874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A5AECB-3706-40C7-BD6E-DC56284282EE}">
      <dsp:nvSpPr>
        <dsp:cNvPr id="0" name=""/>
        <dsp:cNvSpPr/>
      </dsp:nvSpPr>
      <dsp:spPr>
        <a:xfrm>
          <a:off x="795359" y="3232"/>
          <a:ext cx="10689895" cy="6886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879" tIns="72879" rIns="72879" bIns="7287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kern="1200"/>
            <a:t>Privacidade individual</a:t>
          </a:r>
          <a:r>
            <a:rPr lang="pt-BR" sz="1900" kern="1200"/>
            <a:t>;</a:t>
          </a:r>
        </a:p>
      </dsp:txBody>
      <dsp:txXfrm>
        <a:off x="795359" y="3232"/>
        <a:ext cx="10689895" cy="688622"/>
      </dsp:txXfrm>
    </dsp:sp>
    <dsp:sp modelId="{2CB5B4C0-E348-4960-8C00-1D011A10BCF5}">
      <dsp:nvSpPr>
        <dsp:cNvPr id="0" name=""/>
        <dsp:cNvSpPr/>
      </dsp:nvSpPr>
      <dsp:spPr>
        <a:xfrm>
          <a:off x="0" y="864011"/>
          <a:ext cx="11485255" cy="68862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D3C1E2-E340-4F4B-A54B-1A1ECF7E0AE1}">
      <dsp:nvSpPr>
        <dsp:cNvPr id="0" name=""/>
        <dsp:cNvSpPr/>
      </dsp:nvSpPr>
      <dsp:spPr>
        <a:xfrm>
          <a:off x="208308" y="1018951"/>
          <a:ext cx="378742" cy="37874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9B6F15-F9DE-4420-8B7B-56EC87C11804}">
      <dsp:nvSpPr>
        <dsp:cNvPr id="0" name=""/>
        <dsp:cNvSpPr/>
      </dsp:nvSpPr>
      <dsp:spPr>
        <a:xfrm>
          <a:off x="795359" y="864011"/>
          <a:ext cx="10689895" cy="6886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879" tIns="72879" rIns="72879" bIns="7287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kern="1200"/>
            <a:t>Transparência governamental</a:t>
          </a:r>
          <a:endParaRPr lang="pt-BR" sz="1900" kern="1200"/>
        </a:p>
      </dsp:txBody>
      <dsp:txXfrm>
        <a:off x="795359" y="864011"/>
        <a:ext cx="10689895" cy="688622"/>
      </dsp:txXfrm>
    </dsp:sp>
    <dsp:sp modelId="{7CC1A118-1DEB-4FCA-A6D5-5A2FB9C31390}">
      <dsp:nvSpPr>
        <dsp:cNvPr id="0" name=""/>
        <dsp:cNvSpPr/>
      </dsp:nvSpPr>
      <dsp:spPr>
        <a:xfrm>
          <a:off x="0" y="1724789"/>
          <a:ext cx="11485255" cy="68862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F8EB31-F819-491A-B049-7F545CBDE27A}">
      <dsp:nvSpPr>
        <dsp:cNvPr id="0" name=""/>
        <dsp:cNvSpPr/>
      </dsp:nvSpPr>
      <dsp:spPr>
        <a:xfrm>
          <a:off x="208308" y="1879729"/>
          <a:ext cx="378742" cy="37874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42F821-0562-41DC-9524-CBDF283A6D79}">
      <dsp:nvSpPr>
        <dsp:cNvPr id="0" name=""/>
        <dsp:cNvSpPr/>
      </dsp:nvSpPr>
      <dsp:spPr>
        <a:xfrm>
          <a:off x="795359" y="1724789"/>
          <a:ext cx="10689895" cy="6886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879" tIns="72879" rIns="72879" bIns="7287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kern="1200"/>
            <a:t>Lealdade institucional</a:t>
          </a:r>
          <a:r>
            <a:rPr lang="pt-BR" sz="1900" kern="1200"/>
            <a:t>;</a:t>
          </a:r>
        </a:p>
      </dsp:txBody>
      <dsp:txXfrm>
        <a:off x="795359" y="1724789"/>
        <a:ext cx="10689895" cy="688622"/>
      </dsp:txXfrm>
    </dsp:sp>
    <dsp:sp modelId="{B3DF1285-C462-4765-9ED4-16C90DA1FD95}">
      <dsp:nvSpPr>
        <dsp:cNvPr id="0" name=""/>
        <dsp:cNvSpPr/>
      </dsp:nvSpPr>
      <dsp:spPr>
        <a:xfrm>
          <a:off x="0" y="2585568"/>
          <a:ext cx="11485255" cy="68862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6BF065-C60D-4172-98A1-D63F25A225A6}">
      <dsp:nvSpPr>
        <dsp:cNvPr id="0" name=""/>
        <dsp:cNvSpPr/>
      </dsp:nvSpPr>
      <dsp:spPr>
        <a:xfrm>
          <a:off x="208308" y="2740508"/>
          <a:ext cx="378742" cy="37874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19B8A4-8534-41B7-B796-4AC7E0F3D090}">
      <dsp:nvSpPr>
        <dsp:cNvPr id="0" name=""/>
        <dsp:cNvSpPr/>
      </dsp:nvSpPr>
      <dsp:spPr>
        <a:xfrm>
          <a:off x="795359" y="2585568"/>
          <a:ext cx="10689895" cy="6886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879" tIns="72879" rIns="72879" bIns="7287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kern="1200"/>
            <a:t>Responsabilidade moral</a:t>
          </a:r>
          <a:endParaRPr lang="pt-BR" sz="1900" kern="1200"/>
        </a:p>
      </dsp:txBody>
      <dsp:txXfrm>
        <a:off x="795359" y="2585568"/>
        <a:ext cx="10689895" cy="688622"/>
      </dsp:txXfrm>
    </dsp:sp>
    <dsp:sp modelId="{0ADEAC77-7BAE-4E81-BBB1-115EE13F4025}">
      <dsp:nvSpPr>
        <dsp:cNvPr id="0" name=""/>
        <dsp:cNvSpPr/>
      </dsp:nvSpPr>
      <dsp:spPr>
        <a:xfrm>
          <a:off x="0" y="3446346"/>
          <a:ext cx="11485255" cy="68862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12F942-E530-4A94-B75A-3AA1E4B553C1}">
      <dsp:nvSpPr>
        <dsp:cNvPr id="0" name=""/>
        <dsp:cNvSpPr/>
      </dsp:nvSpPr>
      <dsp:spPr>
        <a:xfrm>
          <a:off x="208308" y="3601286"/>
          <a:ext cx="378742" cy="37874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ABFF44-E44D-4B2F-A766-2FE4A02F9FA4}">
      <dsp:nvSpPr>
        <dsp:cNvPr id="0" name=""/>
        <dsp:cNvSpPr/>
      </dsp:nvSpPr>
      <dsp:spPr>
        <a:xfrm>
          <a:off x="795359" y="3446346"/>
          <a:ext cx="10689895" cy="6886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879" tIns="72879" rIns="72879" bIns="7287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kern="1200"/>
            <a:t>Segurança Publica vs. liberdade</a:t>
          </a:r>
        </a:p>
      </dsp:txBody>
      <dsp:txXfrm>
        <a:off x="795359" y="3446346"/>
        <a:ext cx="10689895" cy="68862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80BA4B-691E-4272-BD54-67D8FBA21905}">
      <dsp:nvSpPr>
        <dsp:cNvPr id="0" name=""/>
        <dsp:cNvSpPr/>
      </dsp:nvSpPr>
      <dsp:spPr>
        <a:xfrm>
          <a:off x="1049533" y="899900"/>
          <a:ext cx="1272034" cy="127203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5654F0-E871-497B-91BF-43ADAC78B09C}">
      <dsp:nvSpPr>
        <dsp:cNvPr id="0" name=""/>
        <dsp:cNvSpPr/>
      </dsp:nvSpPr>
      <dsp:spPr>
        <a:xfrm>
          <a:off x="272179" y="2523474"/>
          <a:ext cx="282674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kern="1200"/>
            <a:t>Confidencialidade Profissional;</a:t>
          </a:r>
        </a:p>
      </dsp:txBody>
      <dsp:txXfrm>
        <a:off x="272179" y="2523474"/>
        <a:ext cx="2826743" cy="720000"/>
      </dsp:txXfrm>
    </dsp:sp>
    <dsp:sp modelId="{8D5E02D7-8B1A-435F-91CE-D9CF125ED171}">
      <dsp:nvSpPr>
        <dsp:cNvPr id="0" name=""/>
        <dsp:cNvSpPr/>
      </dsp:nvSpPr>
      <dsp:spPr>
        <a:xfrm>
          <a:off x="4370957" y="899900"/>
          <a:ext cx="1272034" cy="127203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842D58-F1CC-418E-82EC-28B9F0310B9F}">
      <dsp:nvSpPr>
        <dsp:cNvPr id="0" name=""/>
        <dsp:cNvSpPr/>
      </dsp:nvSpPr>
      <dsp:spPr>
        <a:xfrm>
          <a:off x="3593603" y="2523474"/>
          <a:ext cx="282674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kern="1200"/>
            <a:t>Responsabilidade e consequências;</a:t>
          </a:r>
        </a:p>
      </dsp:txBody>
      <dsp:txXfrm>
        <a:off x="3593603" y="2523474"/>
        <a:ext cx="2826743" cy="720000"/>
      </dsp:txXfrm>
    </dsp:sp>
    <dsp:sp modelId="{855FBC01-F33E-4AD1-8D36-A18CAD5A9BE3}">
      <dsp:nvSpPr>
        <dsp:cNvPr id="0" name=""/>
        <dsp:cNvSpPr/>
      </dsp:nvSpPr>
      <dsp:spPr>
        <a:xfrm>
          <a:off x="7692381" y="899900"/>
          <a:ext cx="1272034" cy="127203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43BA4A-236A-4EF2-B86C-651CBE4F8AB9}">
      <dsp:nvSpPr>
        <dsp:cNvPr id="0" name=""/>
        <dsp:cNvSpPr/>
      </dsp:nvSpPr>
      <dsp:spPr>
        <a:xfrm>
          <a:off x="6915027" y="2523474"/>
          <a:ext cx="282674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kern="1200"/>
            <a:t>Responsabilidade e Prudência;</a:t>
          </a:r>
        </a:p>
      </dsp:txBody>
      <dsp:txXfrm>
        <a:off x="6915027" y="2523474"/>
        <a:ext cx="2826743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7/3/layout/HorizontalPathTimeline#2">
  <dgm:title val="Linha do Tempo de Caminho Horizontal"/>
  <dgm:desc val="Use para mostrar uma lista de eventos em ordem cronológica. A forma retangular contém a descrição e a data é exibida próxima ao ponto circular. É o SmartArt perfeito para exibir uma grande quantidade de texto com um formato curto de data."/>
  <dgm:catLst>
    <dgm:cat type="timeline" pri="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dir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 refType="h" fact="0.04"/>
      <dgm:constr type="ctrY" for="ch" forName="divider" refType="h" fact="0.5"/>
      <dgm:constr type="l" for="ch" forName="divider"/>
      <dgm:constr type="w" for="ch" forName="nodes" refType="w"/>
      <dgm:constr type="h" for="ch" forName="nodes" refType="h"/>
    </dgm:constrLst>
    <dgm:layoutNode name="divider" styleLbl="asst0">
      <dgm:alg type="sp"/>
      <dgm:shape xmlns:r="http://schemas.openxmlformats.org/officeDocument/2006/relationships" type="rect" r:blip="">
        <dgm:adjLst/>
      </dgm:shap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6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</dgm:constrLst>
      <dgm:forEach name="nodesForEach" axis="ch" ptType="node">
        <dgm:layoutNode name="composite">
          <dgm:alg type="composite"/>
          <dgm:shape xmlns:r="http://schemas.openxmlformats.org/officeDocument/2006/relationships" r:blip="">
            <dgm:adjLst/>
          </dgm:shape>
          <dgm:choose name="CaseForPlacingNodesAboveAndBelowDivider">
            <dgm:if name="CaseForPlacingNodeAboveDivider" axis="self" ptType="node" func="posOdd" op="equ" val="1">
              <dgm:constrLst>
                <dgm:constr type="w" for="ch" forName="L2TextContainer" refType="w" fact="0.88"/>
                <dgm:constr type="h" for="ch" forName="L2TextContainer" refType="h" fact="0.15"/>
                <dgm:constr type="h" for="ch" forName="L2TextContainer" refType="h" op="lte" fact="0.31"/>
                <dgm:constr type="b" for="ch" forName="L2TextContainer" refType="h" fact="0.31"/>
                <dgm:constr type="l" for="ch" forName="L2TextContainer" refType="w" fact="0.06"/>
                <dgm:constr type="w" for="ch" forName="ConnectLine"/>
                <dgm:constr type="l" for="ch" forName="ConnectLine" refType="w" fact="0.5"/>
                <dgm:constr type="h" for="ch" forName="ConnectLine" refType="h" fact="0.19"/>
                <dgm:constr type="t" for="ch" forName="ConnectLine" refType="h" fact="0.31"/>
                <dgm:constr type="w" for="ch" forName="FlexibleEmptyPlaceHolder" refType="w"/>
                <dgm:constr type="h" for="ch" forName="FlexibleEmptyPlaceHolder" refType="h" fact="0.16"/>
                <dgm:constr type="h" for="ch" forName="FlexibleEmptyPlaceHolder" refType="h" op="gte" fact="0.005"/>
                <dgm:constr type="t" for="ch" forName="FlexibleEmptyPlaceHolder" refType="h" fact="0"/>
                <dgm:constr type="w" for="ch" forName="ConnectorPoint" refType="h" fact="0.025"/>
                <dgm:constr type="h" for="ch" forName="ConnectorPoint" refType="h" fact="0.025"/>
                <dgm:constr type="ctrX" for="ch" forName="ConnectorPoint" refType="w" fact="0.5"/>
                <dgm:constr type="ctrY" for="ch" forName="ConnectorPoint" refType="h" fact="0.5"/>
                <dgm:constr type="w" for="ch" forName="L1TextContainer" refType="w" fact="0.8"/>
                <dgm:constr type="l" for="ch" forName="L1TextContainer" refType="w" fact="0.1"/>
                <dgm:constr type="t" for="ch" forName="L1TextContainer" refType="h" fact="0.537"/>
                <dgm:constr type="h" for="ch" forName="L1TextContainer" refType="h" fact="0.113"/>
                <dgm:constr type="w" for="ch" forName="EmptyPlaceHolder" refType="w"/>
                <dgm:constr type="t" for="ch" forName="EmptyPlaceHolder" refType="h" fact="0.65"/>
                <dgm:constr type="h" for="ch" forName="EmptyPlaceHolder" refType="h" fact="0.35"/>
              </dgm:constrLst>
            </dgm:if>
            <dgm:else name="CaseForPlacingNodeBelowDivider">
              <dgm:constrLst>
                <dgm:constr type="w" for="ch" forName="EmptyPlaceHolder" refType="w"/>
                <dgm:constr type="h" for="ch" forName="EmptyPlaceHolder" refType="h" fact="0.35"/>
                <dgm:constr type="t" for="ch" forName="EmptyPlaceHolder" refType="h" fact="0"/>
                <dgm:constr type="w" for="ch" forName="FlexibleEmptyPlaceHolder" refType="w"/>
                <dgm:constr type="h" for="ch" forName="FlexibleEmptyPlaceHolder" refType="h" fact="0.16"/>
                <dgm:constr type="h" for="ch" forName="FlexibleEmptyPlaceHolder" refType="h" op="gte" fact="0.005"/>
                <dgm:constr type="b" for="ch" forName="FlexibleEmptyPlaceHolder" refType="h"/>
                <dgm:constr type="w" for="ch" forName="L1TextContainer" refType="w" fact="0.8"/>
                <dgm:constr type="l" for="ch" forName="L1TextContainer" refType="w" fact="0.1"/>
                <dgm:constr type="t" for="ch" forName="L1TextContainer" refType="h" fact="0.35"/>
                <dgm:constr type="h" for="ch" forName="L1TextContainer" refType="h" fact="0.113"/>
                <dgm:constr type="w" for="ch" forName="ConnectorPoint" refType="h" fact="0.025"/>
                <dgm:constr type="h" for="ch" forName="ConnectorPoint" refType="h" fact="0.025"/>
                <dgm:constr type="ctrX" for="ch" forName="ConnectorPoint" refType="w" fact="0.5"/>
                <dgm:constr type="ctrY" for="ch" forName="ConnectorPoint" refType="h" fact="0.5"/>
                <dgm:constr type="w" for="ch" forName="ConnectLine"/>
                <dgm:constr type="l" for="ch" forName="ConnectLine" refType="w" fact="0.5"/>
                <dgm:constr type="h" for="ch" forName="ConnectLine" refType="h" fact="0.19"/>
                <dgm:constr type="t" for="ch" forName="ConnectLine" refType="h" fact="0.5"/>
                <dgm:constr type="w" for="ch" forName="L2TextContainer" refType="w" fact="0.88"/>
                <dgm:constr type="h" for="ch" forName="L2TextContainer" refType="h" fact="0.15"/>
                <dgm:constr type="h" for="ch" forName="L2TextContainer" refType="h" op="lte" fact="0.31"/>
                <dgm:constr type="t" for="ch" forName="L2TextContainer" refType="h" fact="0.69"/>
                <dgm:constr type="l" for="ch" forName="L2TextContainer" refType="w" fact="0.06"/>
              </dgm:constrLst>
            </dgm:else>
          </dgm:choose>
          <dgm:layoutNode name="ConnectorPoint" styleLbl="fgAcc1" moveWith="L2TextContainer">
            <dgm:alg type="sp"/>
            <dgm:shape xmlns:r="http://schemas.openxmlformats.org/officeDocument/2006/relationships" type="ellipse" r:blip="" zOrderOff="10">
              <dgm:adjLst/>
            </dgm:shape>
            <dgm:presOf/>
            <dgm:constrLst/>
          </dgm:layoutNode>
          <dgm:layoutNode name="ConnectLine" styleLbl="alignNode1" moveWith="L2TextContainer">
            <dgm:alg type="sp"/>
            <dgm:shape xmlns:r="http://schemas.openxmlformats.org/officeDocument/2006/relationships" type="line" r:blip="">
              <dgm:adjLst/>
              <dgm:extLst>
                <a:ext uri="{B698B0E9-8C71-41B9-8309-B3DCBF30829C}">
                  <dgm1612:spPr xmlns:dgm1612="http://schemas.microsoft.com/office/drawing/2016/12/diagram">
                    <a:ln>
                      <a:prstDash val="dash"/>
                    </a:ln>
                  </dgm1612:spPr>
                </a:ext>
              </dgm:extLst>
            </dgm:shape>
            <dgm:presOf/>
            <dgm:constrLst/>
          </dgm:layoutNode>
          <dgm:layoutNode name="FlexibleEmptyPlaceHolder">
            <dgm:alg type="sp"/>
            <dgm:shape xmlns:r="http://schemas.openxmlformats.org/officeDocument/2006/relationships" r:blip="">
              <dgm:adjLst/>
            </dgm:shape>
            <dgm:presOf/>
            <dgm:constrLst/>
          </dgm:layoutNode>
          <dgm:layoutNode name="L2TextContainer" styleLbl="bgAcc1">
            <dgm:varLst>
              <dgm:chMax val="0"/>
              <dgm:chPref val="0"/>
              <dgm:bulletEnabled val="1"/>
            </dgm:varLst>
            <dgm:choose name="L2TextContainerAlgo">
              <dgm:if name="L2TextContainerAlgoLTR" func="var" arg="dir" op="equ" val="norm">
                <dgm:alg type="tx">
                  <dgm:param type="txAnchorVert" val="mid"/>
                  <dgm:param type="parTxRTLAlign" val="l"/>
                  <dgm:param type="parTxLTRAlign" val="l"/>
                  <dgm:param type="txAnchorVertCh" val="mid"/>
                  <dgm:param type="shpTxRTLAlignCh" val="l"/>
                  <dgm:param type="shpTxLTRAlignCh" val="l"/>
                </dgm:alg>
              </dgm:if>
              <dgm:else name="L2TextContainerAlgoRTL">
                <dgm:alg type="tx">
                  <dgm:param type="txAnchorVert" val="mid"/>
                  <dgm:param type="parTxRTLAlign" val="r"/>
                  <dgm:param type="parTxLTRAlign" val="r"/>
                  <dgm:param type="txAnchorVertCh" val="mid"/>
                  <dgm:param type="shpTxRTLAlignCh" val="r"/>
                  <dgm:param type="shpTxLTR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w" fact="0.14"/>
              <dgm:constr type="rMarg" refType="w" fact="0.14"/>
              <dgm:constr type="tMarg" refType="h" fact="0.17"/>
              <dgm:constr type="bMarg" refType="h" fact="0.17"/>
            </dgm:constrLst>
            <dgm:ruleLst>
              <dgm:rule type="h" val="INF" fact="NaN" max="NaN"/>
              <dgm:rule type="primFontSz" val="11" fact="NaN" max="NaN"/>
            </dgm:ruleLst>
          </dgm:layoutNode>
          <dgm:layoutNode name="L1TextContainer" styleLbl="revTx">
            <dgm:varLst>
              <dgm:chMax val="1"/>
              <dgm:chPref val="1"/>
              <dgm:bulletEnabled val="1"/>
            </dgm:varLst>
            <dgm:choose name="casesForTxtDirLogic">
              <dgm:if name="Name78" axis="self" ptType="node" func="posOdd" op="equ" val="1">
                <dgm:alg type="tx">
                  <dgm:param type="txAnchorHorz" val="ctr"/>
                  <dgm:param type="txAnchorVert" val="t"/>
                  <dgm:param type="parTxRTLAlign" val="ctr"/>
                  <dgm:param type="parTxRTLAlign" val="ctr"/>
                </dgm:alg>
              </dgm:if>
              <dgm:else name="Name89">
                <dgm:alg type="tx">
                  <dgm:param type="txAnchorHorz" val="ctr"/>
                  <dgm:param type="txAnchorVert" val="b"/>
                  <dgm:param type="parTxRTLAlign" val="ctr"/>
                  <dgm:param type="parTxRTLAlign" val="ct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4" fact="NaN" max="NaN"/>
            </dgm:ruleLst>
          </dgm:layoutNode>
          <dgm:layoutNode name="EmptyPlaceHolder">
            <dgm:alg type="sp"/>
            <dgm:shape xmlns:r="http://schemas.openxmlformats.org/officeDocument/2006/relationships" r:blip="">
              <dgm:adjLst/>
            </dgm:shape>
            <dgm:presOf/>
            <dgm:constrLst/>
          </dgm:layoutNode>
        </dgm:layoutNode>
        <dgm:forEach name="Name28" axis="followSib" ptType="sibTrans" cnt="1">
          <dgm:layoutNode name="spaceBetweenRectangle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3287FEA5-9417-4CCA-B658-7A0C42E6563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7EBCEE4-31A9-4883-B4C8-F80C1478B53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B33AB0-6BF2-44E8-9040-EDD304FC03F5}" type="datetime1">
              <a:rPr lang="pt-BR" smtClean="0"/>
              <a:t>02/11/2025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9F578C0-8CE5-4580-9911-5BA2B5598B9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0E5B2AC-2A5C-4758-A330-5A66FBA938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8DAA57-3527-4E9F-B0BC-C55D194986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371934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B28729B7-A3A2-45B2-ABB1-BA84F629A2AF}" type="datetime1">
              <a:rPr lang="pt-BR" noProof="0" smtClean="0"/>
              <a:t>02/11/2025</a:t>
            </a:fld>
            <a:endParaRPr lang="pt-BR" noProof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E2E0407-935A-438B-AF66-28803EDE65A9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90795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E2E0407-935A-438B-AF66-28803EDE65A9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79815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E2E0407-935A-438B-AF66-28803EDE65A9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22653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118E17-E86B-4918-AC6E-373CA9D866B1}" type="slidenum">
              <a:rPr kumimoji="0" lang="pt-BR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pt-BR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76287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E2E0407-935A-438B-AF66-28803EDE65A9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63676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E2E0407-935A-438B-AF66-28803EDE65A9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40592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61CF4-2D7A-1EB6-E658-28622C020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15E2CE3-6E39-4712-6455-DF1B8E9726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A782D63-E8AD-EB45-F16C-5AB540A972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1E84677-68F8-10D8-85A1-02D8FD0CBD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E2E0407-935A-438B-AF66-28803EDE65A9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619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E2E0407-935A-438B-AF66-28803EDE65A9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990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E2E0407-935A-438B-AF66-28803EDE65A9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5320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ítulo">
    <p:bg>
      <p:bgPr>
        <a:solidFill>
          <a:schemeClr val="bg2"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7F47124D-D927-400B-B59C-CEDBD507B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6200000">
            <a:off x="43976" y="-43974"/>
            <a:ext cx="1447800" cy="1535750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D6ADF6CE-9ECB-46C3-934F-B81BC2BE04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3876" y="304801"/>
            <a:ext cx="9601200" cy="1534297"/>
          </a:xfrm>
        </p:spPr>
        <p:txBody>
          <a:bodyPr rtlCol="0" anchor="b">
            <a:normAutofit/>
          </a:bodyPr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 rtl="0">
              <a:lnSpc>
                <a:spcPct val="100000"/>
              </a:lnSpc>
            </a:pPr>
            <a:r>
              <a:rPr lang="pt-BR" sz="4400" spc="120" noProof="0">
                <a:solidFill>
                  <a:schemeClr val="tx2"/>
                </a:solidFill>
                <a:cs typeface="Posterama" panose="020B0504020200020000" pitchFamily="34" charset="0"/>
              </a:rPr>
              <a:t>Clique para editar o título Mestre</a:t>
            </a:r>
          </a:p>
        </p:txBody>
      </p:sp>
      <p:sp>
        <p:nvSpPr>
          <p:cNvPr id="19" name="Espaço Reservado para Imagem 18">
            <a:extLst>
              <a:ext uri="{FF2B5EF4-FFF2-40B4-BE49-F238E27FC236}">
                <a16:creationId xmlns:a16="http://schemas.microsoft.com/office/drawing/2014/main" id="{62DF7C0A-1B3B-401D-A625-E7F87B1DFE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9840" y="3013206"/>
            <a:ext cx="11084189" cy="3854030"/>
          </a:xfrm>
          <a:custGeom>
            <a:avLst/>
            <a:gdLst>
              <a:gd name="connsiteX0" fmla="*/ 5542094 w 11084189"/>
              <a:gd name="connsiteY0" fmla="*/ 0 h 3854030"/>
              <a:gd name="connsiteX1" fmla="*/ 11061525 w 11084189"/>
              <a:gd name="connsiteY1" fmla="*/ 3748287 h 3854030"/>
              <a:gd name="connsiteX2" fmla="*/ 11084189 w 11084189"/>
              <a:gd name="connsiteY2" fmla="*/ 3854030 h 3854030"/>
              <a:gd name="connsiteX3" fmla="*/ 0 w 11084189"/>
              <a:gd name="connsiteY3" fmla="*/ 3854030 h 3854030"/>
              <a:gd name="connsiteX4" fmla="*/ 22663 w 11084189"/>
              <a:gd name="connsiteY4" fmla="*/ 3748287 h 3854030"/>
              <a:gd name="connsiteX5" fmla="*/ 5542094 w 11084189"/>
              <a:gd name="connsiteY5" fmla="*/ 0 h 3854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084189" h="3854030">
                <a:moveTo>
                  <a:pt x="5542094" y="0"/>
                </a:moveTo>
                <a:cubicBezTo>
                  <a:pt x="8264668" y="0"/>
                  <a:pt x="10536186" y="1609144"/>
                  <a:pt x="11061525" y="3748287"/>
                </a:cubicBezTo>
                <a:lnTo>
                  <a:pt x="11084189" y="3854030"/>
                </a:lnTo>
                <a:lnTo>
                  <a:pt x="0" y="3854030"/>
                </a:lnTo>
                <a:lnTo>
                  <a:pt x="22663" y="3748287"/>
                </a:lnTo>
                <a:cubicBezTo>
                  <a:pt x="548002" y="1609144"/>
                  <a:pt x="2819520" y="0"/>
                  <a:pt x="5542094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pt-BR" noProof="0"/>
              <a:t>Clique para adicionar foto</a:t>
            </a:r>
          </a:p>
        </p:txBody>
      </p:sp>
      <p:sp>
        <p:nvSpPr>
          <p:cNvPr id="11" name="Subtítulo 2">
            <a:extLst>
              <a:ext uri="{FF2B5EF4-FFF2-40B4-BE49-F238E27FC236}">
                <a16:creationId xmlns:a16="http://schemas.microsoft.com/office/drawing/2014/main" id="{ADA6D2C5-E6A9-4A27-AE58-9CEDCFCB4C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2976" y="1905001"/>
            <a:ext cx="8763001" cy="962442"/>
          </a:xfrm>
        </p:spPr>
        <p:txBody>
          <a:bodyPr rtlCol="0" anchor="t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pPr rtl="0">
              <a:lnSpc>
                <a:spcPct val="110000"/>
              </a:lnSpc>
            </a:pPr>
            <a:r>
              <a:rPr lang="pt-BR" sz="2200" noProof="0">
                <a:solidFill>
                  <a:schemeClr val="tx2"/>
                </a:solidFill>
                <a:cs typeface="Segoe UI Semilight" panose="020B0402040204020203" pitchFamily="34" charset="0"/>
              </a:rPr>
              <a:t>Clique para editar o estilo do subtítulo Mestre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7B147A7F-B058-475D-BA3A-E1807E37B5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20400" y="3144779"/>
            <a:ext cx="1371600" cy="2548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819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F887E59D-6BE5-4CB5-B3B3-BAF69EFA1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6992"/>
            <a:ext cx="4953000" cy="2688598"/>
          </a:xfrm>
        </p:spPr>
        <p:txBody>
          <a:bodyPr rtlCol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>
              <a:lnSpc>
                <a:spcPct val="100000"/>
              </a:lnSpc>
            </a:pPr>
            <a:r>
              <a:rPr lang="pt-BR" spc="120" noProof="0">
                <a:solidFill>
                  <a:schemeClr val="tx2"/>
                </a:solidFill>
                <a:cs typeface="Posterama" panose="020B0504020200020000" pitchFamily="34" charset="0"/>
              </a:rPr>
              <a:t>Clique para editar o título Mestre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D13BFBD-7478-4683-BA2C-E7BFC660B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48400" y="0"/>
            <a:ext cx="5943600" cy="6858000"/>
          </a:xfrm>
          <a:prstGeom prst="rect">
            <a:avLst/>
          </a:prstGeom>
          <a:solidFill>
            <a:schemeClr val="bg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B3FF916-2B4D-4DC1-AD98-AF8F2EFD4A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90666" y="0"/>
            <a:ext cx="6001333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480B3D3-8262-4D62-8B77-51C5FF582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6196875" y="0"/>
            <a:ext cx="5992075" cy="6858000"/>
          </a:xfrm>
          <a:prstGeom prst="rect">
            <a:avLst/>
          </a:prstGeom>
          <a:blipFill dpi="0" rotWithShape="1">
            <a:blip r:embed="rId2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9" name="Espaço Reservado para Texto 27">
            <a:extLst>
              <a:ext uri="{FF2B5EF4-FFF2-40B4-BE49-F238E27FC236}">
                <a16:creationId xmlns:a16="http://schemas.microsoft.com/office/drawing/2014/main" id="{D44A1B8E-1071-45A0-8A94-0AA7F201EB4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5149" y="3412114"/>
            <a:ext cx="4952681" cy="2750307"/>
          </a:xfrm>
        </p:spPr>
        <p:txBody>
          <a:bodyPr rtlCol="0"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400">
                <a:solidFill>
                  <a:schemeClr val="tx2"/>
                </a:solidFill>
              </a:defRPr>
            </a:lvl2pPr>
            <a:lvl3pPr marL="914400" indent="0">
              <a:buNone/>
              <a:defRPr sz="2400">
                <a:solidFill>
                  <a:schemeClr val="tx2"/>
                </a:solidFill>
              </a:defRPr>
            </a:lvl3pPr>
            <a:lvl4pPr marL="1371600" indent="0">
              <a:buNone/>
              <a:defRPr sz="2400">
                <a:solidFill>
                  <a:schemeClr val="tx2"/>
                </a:solidFill>
              </a:defRPr>
            </a:lvl4pPr>
            <a:lvl5pPr marL="1828800" indent="0">
              <a:buNone/>
              <a:defRPr sz="240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7" name="Espaço Reservado para Data 5">
            <a:extLst>
              <a:ext uri="{FF2B5EF4-FFF2-40B4-BE49-F238E27FC236}">
                <a16:creationId xmlns:a16="http://schemas.microsoft.com/office/drawing/2014/main" id="{DF6FCAD9-068D-41D9-A5F4-E22F2D2871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27648"/>
            <a:ext cx="2743200" cy="365125"/>
          </a:xfrm>
        </p:spPr>
        <p:txBody>
          <a:bodyPr rtlCol="0"/>
          <a:lstStyle>
            <a:lvl1pPr>
              <a:defRPr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pPr rtl="0">
              <a:defRPr/>
            </a:pPr>
            <a:r>
              <a:rPr lang="pt-BR" noProof="0"/>
              <a:t>20XX</a:t>
            </a:r>
          </a:p>
        </p:txBody>
      </p:sp>
      <p:sp>
        <p:nvSpPr>
          <p:cNvPr id="24" name="Espaço Reservado para Imagem 20">
            <a:extLst>
              <a:ext uri="{FF2B5EF4-FFF2-40B4-BE49-F238E27FC236}">
                <a16:creationId xmlns:a16="http://schemas.microsoft.com/office/drawing/2014/main" id="{0402EFB4-17A2-4345-82DA-89EF34B5E91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1801" y="380991"/>
            <a:ext cx="4856144" cy="1925415"/>
          </a:xfr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pt-BR" noProof="0"/>
              <a:t>Clique para adicionar foto</a:t>
            </a:r>
          </a:p>
        </p:txBody>
      </p:sp>
      <p:sp>
        <p:nvSpPr>
          <p:cNvPr id="25" name="Espaço Reservado para Imagem 20">
            <a:extLst>
              <a:ext uri="{FF2B5EF4-FFF2-40B4-BE49-F238E27FC236}">
                <a16:creationId xmlns:a16="http://schemas.microsoft.com/office/drawing/2014/main" id="{EC3DFC6E-6D3D-48C3-BD9E-33878CD86D5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781800" y="2376797"/>
            <a:ext cx="4856144" cy="1925415"/>
          </a:xfr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pt-BR" noProof="0"/>
              <a:t>Clique para adicionar foto</a:t>
            </a:r>
          </a:p>
        </p:txBody>
      </p:sp>
      <p:sp>
        <p:nvSpPr>
          <p:cNvPr id="26" name="Espaço Reservado para Imagem 20">
            <a:extLst>
              <a:ext uri="{FF2B5EF4-FFF2-40B4-BE49-F238E27FC236}">
                <a16:creationId xmlns:a16="http://schemas.microsoft.com/office/drawing/2014/main" id="{7EC41F32-B997-4949-A553-260965B03F3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781800" y="4379170"/>
            <a:ext cx="4856144" cy="1925415"/>
          </a:xfr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pt-BR" noProof="0"/>
              <a:t>Clique para adicionar foto</a:t>
            </a:r>
          </a:p>
        </p:txBody>
      </p:sp>
      <p:sp>
        <p:nvSpPr>
          <p:cNvPr id="18" name="Espaço Reservado para Rodapé 6">
            <a:extLst>
              <a:ext uri="{FF2B5EF4-FFF2-40B4-BE49-F238E27FC236}">
                <a16:creationId xmlns:a16="http://schemas.microsoft.com/office/drawing/2014/main" id="{3E86EC02-7D1A-4CB3-B376-1044BEF4C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00" y="6327648"/>
            <a:ext cx="3810000" cy="365125"/>
          </a:xfrm>
        </p:spPr>
        <p:txBody>
          <a:bodyPr rtlCol="0"/>
          <a:lstStyle>
            <a:lvl1pPr algn="l">
              <a:defRPr baseline="0"/>
            </a:lvl1pPr>
          </a:lstStyle>
          <a:p>
            <a:pPr rtl="0"/>
            <a:r>
              <a:rPr lang="pt-BR" noProof="0">
                <a:solidFill>
                  <a:prstClr val="white">
                    <a:alpha val="60000"/>
                  </a:prstClr>
                </a:solidFill>
              </a:rPr>
              <a:t>Título da apresentação</a:t>
            </a:r>
          </a:p>
        </p:txBody>
      </p:sp>
      <p:sp>
        <p:nvSpPr>
          <p:cNvPr id="19" name="Espaço Reservado para o Número do Slide 7">
            <a:extLst>
              <a:ext uri="{FF2B5EF4-FFF2-40B4-BE49-F238E27FC236}">
                <a16:creationId xmlns:a16="http://schemas.microsoft.com/office/drawing/2014/main" id="{F1ABD226-6012-4821-BD32-E8E6EB955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400" y="6327648"/>
            <a:ext cx="533400" cy="365125"/>
          </a:xfrm>
        </p:spPr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alpha val="60000"/>
                  </a:prst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white">
                  <a:alpha val="60000"/>
                </a:prstClr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406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dução">
    <p:bg>
      <p:bgPr>
        <a:solidFill>
          <a:schemeClr val="bg2"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CC836EA2-D914-4028-95BF-1B97B17FE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602877"/>
            <a:ext cx="12192000" cy="2267339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B5BDFAD1-E970-4A5F-98F7-D42CA9DFB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055" y="4596020"/>
            <a:ext cx="12191999" cy="2274195"/>
          </a:xfrm>
          <a:prstGeom prst="rect">
            <a:avLst/>
          </a:prstGeom>
          <a:blipFill dpi="0" rotWithShape="1">
            <a:blip r:embed="rId2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C53E32FB-4A5F-4D36-A227-CF26EBF0B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76800"/>
            <a:ext cx="10003218" cy="1219200"/>
          </a:xfrm>
        </p:spPr>
        <p:txBody>
          <a:bodyPr rtlCol="0"/>
          <a:lstStyle/>
          <a:p>
            <a:pPr rtl="0">
              <a:lnSpc>
                <a:spcPct val="100000"/>
              </a:lnSpc>
            </a:pPr>
            <a:r>
              <a:rPr lang="pt-BR" noProof="0">
                <a:solidFill>
                  <a:schemeClr val="bg1"/>
                </a:solidFill>
                <a:cs typeface="Posterama" panose="020B0504020200020000" pitchFamily="34" charset="0"/>
              </a:rPr>
              <a:t>Clique para editar o título Mestre</a:t>
            </a:r>
          </a:p>
        </p:txBody>
      </p:sp>
      <p:sp>
        <p:nvSpPr>
          <p:cNvPr id="19" name="Espaço Reservado para Imagem 17">
            <a:extLst>
              <a:ext uri="{FF2B5EF4-FFF2-40B4-BE49-F238E27FC236}">
                <a16:creationId xmlns:a16="http://schemas.microsoft.com/office/drawing/2014/main" id="{9DA8CA5C-5748-45EE-B537-5A44A3BFC63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3175" y="0"/>
            <a:ext cx="6196013" cy="4602877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pt-BR" noProof="0"/>
              <a:t>Clique para adicionar foto</a:t>
            </a:r>
          </a:p>
        </p:txBody>
      </p:sp>
      <p:sp>
        <p:nvSpPr>
          <p:cNvPr id="23" name="Espaço Reservado para Texto 21">
            <a:extLst>
              <a:ext uri="{FF2B5EF4-FFF2-40B4-BE49-F238E27FC236}">
                <a16:creationId xmlns:a16="http://schemas.microsoft.com/office/drawing/2014/main" id="{5015D873-DDCC-44AF-AE80-703ED88AEC7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50718" y="327025"/>
            <a:ext cx="5073194" cy="3949987"/>
          </a:xfrm>
        </p:spPr>
        <p:txBody>
          <a:bodyPr rtlCol="0" anchor="ctr">
            <a:normAutofit/>
          </a:bodyPr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4" name="Espaço Reservado para Data 6">
            <a:extLst>
              <a:ext uri="{FF2B5EF4-FFF2-40B4-BE49-F238E27FC236}">
                <a16:creationId xmlns:a16="http://schemas.microsoft.com/office/drawing/2014/main" id="{16E99B66-5BC0-4B16-807E-B513E3272C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27648"/>
            <a:ext cx="2743200" cy="365125"/>
          </a:xfrm>
        </p:spPr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900" b="0" i="0" u="none" strike="noStrike" kern="1200" cap="none" spc="0" normalizeH="0" noProof="0">
                <a:ln>
                  <a:noFill/>
                </a:ln>
                <a:solidFill>
                  <a:prstClr val="white">
                    <a:alpha val="60000"/>
                  </a:prst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20XX</a:t>
            </a:r>
          </a:p>
        </p:txBody>
      </p:sp>
      <p:sp>
        <p:nvSpPr>
          <p:cNvPr id="15" name="Espaço Reservado para Rodapé 7">
            <a:extLst>
              <a:ext uri="{FF2B5EF4-FFF2-40B4-BE49-F238E27FC236}">
                <a16:creationId xmlns:a16="http://schemas.microsoft.com/office/drawing/2014/main" id="{086E91BF-4612-41A6-9A9F-AA6236BF5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9310" y="6327648"/>
            <a:ext cx="3976429" cy="365125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pt-BR" noProof="0">
                <a:solidFill>
                  <a:prstClr val="white">
                    <a:alpha val="60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Título da apresentação</a:t>
            </a:r>
          </a:p>
        </p:txBody>
      </p:sp>
      <p:sp>
        <p:nvSpPr>
          <p:cNvPr id="16" name="Espaço Reservado para o Número do Slide 8">
            <a:extLst>
              <a:ext uri="{FF2B5EF4-FFF2-40B4-BE49-F238E27FC236}">
                <a16:creationId xmlns:a16="http://schemas.microsoft.com/office/drawing/2014/main" id="{F65A627F-E36A-460F-AD3C-7B63B5004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86908" y="6327648"/>
            <a:ext cx="1166892" cy="365125"/>
          </a:xfrm>
        </p:spPr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alpha val="60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white">
                  <a:alpha val="60000"/>
                </a:prst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venir Next L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4083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ervalo de Seção">
    <p:bg>
      <p:bgPr>
        <a:solidFill>
          <a:schemeClr val="bg2"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1">
            <a:extLst>
              <a:ext uri="{FF2B5EF4-FFF2-40B4-BE49-F238E27FC236}">
                <a16:creationId xmlns:a16="http://schemas.microsoft.com/office/drawing/2014/main" id="{C50B4F7D-E398-40AA-9F3C-F3D59A3F4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9813"/>
            <a:ext cx="4633785" cy="2397324"/>
          </a:xfrm>
        </p:spPr>
        <p:txBody>
          <a:bodyPr rtlCol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>
              <a:lnSpc>
                <a:spcPct val="100000"/>
              </a:lnSpc>
            </a:pPr>
            <a:r>
              <a:rPr lang="pt-BR" spc="120" noProof="0">
                <a:solidFill>
                  <a:schemeClr val="tx2"/>
                </a:solidFill>
                <a:cs typeface="Posterama" panose="020B0504020200020000" pitchFamily="34" charset="0"/>
              </a:rPr>
              <a:t>Clique para editar o título Mestre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A0388EFA-705D-45DA-BB3E-901ED20AF0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19800" y="0"/>
            <a:ext cx="6172199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B0C378B-9DA9-4513-BF84-7422A1AE6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6019800" y="0"/>
            <a:ext cx="6172198" cy="6858000"/>
          </a:xfrm>
          <a:prstGeom prst="rect">
            <a:avLst/>
          </a:prstGeom>
          <a:blipFill dpi="0" rotWithShape="1">
            <a:blip r:embed="rId2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0" name="Espaço Reservado para Texto 18">
            <a:extLst>
              <a:ext uri="{FF2B5EF4-FFF2-40B4-BE49-F238E27FC236}">
                <a16:creationId xmlns:a16="http://schemas.microsoft.com/office/drawing/2014/main" id="{B924BE58-42FE-46C1-9582-9E08FAFE0F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200400"/>
            <a:ext cx="4633913" cy="2913063"/>
          </a:xfrm>
        </p:spPr>
        <p:txBody>
          <a:bodyPr rtlCol="0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3" name="Espaço Reservado para Imagem 22">
            <a:extLst>
              <a:ext uri="{FF2B5EF4-FFF2-40B4-BE49-F238E27FC236}">
                <a16:creationId xmlns:a16="http://schemas.microsoft.com/office/drawing/2014/main" id="{2A2724A1-1A21-49B5-9057-269BD5D6249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08749" y="862806"/>
            <a:ext cx="5132388" cy="5132388"/>
          </a:xfrm>
          <a:custGeom>
            <a:avLst/>
            <a:gdLst>
              <a:gd name="connsiteX0" fmla="*/ 2566194 w 5132388"/>
              <a:gd name="connsiteY0" fmla="*/ 0 h 5132388"/>
              <a:gd name="connsiteX1" fmla="*/ 5132388 w 5132388"/>
              <a:gd name="connsiteY1" fmla="*/ 2566194 h 5132388"/>
              <a:gd name="connsiteX2" fmla="*/ 2566194 w 5132388"/>
              <a:gd name="connsiteY2" fmla="*/ 5132388 h 5132388"/>
              <a:gd name="connsiteX3" fmla="*/ 0 w 5132388"/>
              <a:gd name="connsiteY3" fmla="*/ 2566194 h 5132388"/>
              <a:gd name="connsiteX4" fmla="*/ 2566194 w 5132388"/>
              <a:gd name="connsiteY4" fmla="*/ 0 h 513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pt-BR" noProof="0"/>
              <a:t>Clique para adicionar foto</a:t>
            </a:r>
          </a:p>
        </p:txBody>
      </p:sp>
    </p:spTree>
    <p:extLst>
      <p:ext uri="{BB962C8B-B14F-4D97-AF65-F5344CB8AC3E}">
        <p14:creationId xmlns:p14="http://schemas.microsoft.com/office/powerpoint/2010/main" val="2019947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áfico e Tabela">
    <p:bg>
      <p:bgPr>
        <a:solidFill>
          <a:schemeClr val="bg2"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id="{B34C7413-1C75-42B7-9BFD-E0E14118F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1301FDE2-61AF-4DEB-BF43-3694E0083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" y="0"/>
            <a:ext cx="12188952" cy="2225674"/>
          </a:xfrm>
          <a:prstGeom prst="rect">
            <a:avLst/>
          </a:prstGeom>
          <a:blipFill dpi="0" rotWithShape="1">
            <a:blip r:embed="rId2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88D0D73E-DE18-4A23-B6FB-5182A7846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</p:spPr>
        <p:txBody>
          <a:bodyPr rtlCol="0"/>
          <a:lstStyle/>
          <a:p>
            <a:pPr rtl="0">
              <a:lnSpc>
                <a:spcPct val="100000"/>
              </a:lnSpc>
            </a:pPr>
            <a:r>
              <a:rPr lang="pt-BR" spc="120" noProof="0">
                <a:solidFill>
                  <a:schemeClr val="bg1"/>
                </a:solidFill>
                <a:cs typeface="Posterama" panose="020B0504020200020000" pitchFamily="34" charset="0"/>
              </a:rPr>
              <a:t>Clique para editar o título Mestre</a:t>
            </a:r>
          </a:p>
        </p:txBody>
      </p:sp>
      <p:sp>
        <p:nvSpPr>
          <p:cNvPr id="15" name="Espaço Reservado para Data 6">
            <a:extLst>
              <a:ext uri="{FF2B5EF4-FFF2-40B4-BE49-F238E27FC236}">
                <a16:creationId xmlns:a16="http://schemas.microsoft.com/office/drawing/2014/main" id="{BDED38F6-34C9-4DB4-9BBF-DEBC412404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27648"/>
            <a:ext cx="2743200" cy="365125"/>
          </a:xfrm>
        </p:spPr>
        <p:txBody>
          <a:bodyPr rtlCol="0"/>
          <a:lstStyle>
            <a:lvl1pPr>
              <a:defRPr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pPr rtl="0">
              <a:defRPr/>
            </a:pPr>
            <a:r>
              <a:rPr lang="pt-BR" noProof="0"/>
              <a:t>20XX</a:t>
            </a:r>
          </a:p>
        </p:txBody>
      </p:sp>
      <p:sp>
        <p:nvSpPr>
          <p:cNvPr id="16" name="Espaço Reservado para Rodapé 7">
            <a:extLst>
              <a:ext uri="{FF2B5EF4-FFF2-40B4-BE49-F238E27FC236}">
                <a16:creationId xmlns:a16="http://schemas.microsoft.com/office/drawing/2014/main" id="{FBD13A29-DF90-4047-B6E5-DFA75D6A5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9310" y="6327648"/>
            <a:ext cx="3976429" cy="365125"/>
          </a:xfrm>
        </p:spPr>
        <p:txBody>
          <a:bodyPr rtlCol="0"/>
          <a:lstStyle>
            <a:lvl1pPr>
              <a:defRPr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pPr rtl="0"/>
            <a:r>
              <a:rPr lang="pt-BR" noProof="0"/>
              <a:t>Título da apresentação</a:t>
            </a:r>
          </a:p>
        </p:txBody>
      </p:sp>
      <p:sp>
        <p:nvSpPr>
          <p:cNvPr id="17" name="Espaço Reservado para o Número do Slide 8">
            <a:extLst>
              <a:ext uri="{FF2B5EF4-FFF2-40B4-BE49-F238E27FC236}">
                <a16:creationId xmlns:a16="http://schemas.microsoft.com/office/drawing/2014/main" id="{DD0AF7D0-41AD-41E1-84B0-436A90E26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86908" y="6327648"/>
            <a:ext cx="1166892" cy="365125"/>
          </a:xfrm>
        </p:spPr>
        <p:txBody>
          <a:bodyPr rtlCol="0"/>
          <a:lstStyle>
            <a:lvl1pPr>
              <a:defRPr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pPr rtl="0">
              <a:defRPr/>
            </a:pPr>
            <a:fld id="{73B850FF-6169-4056-8077-06FFA93A5366}" type="slidenum">
              <a:rPr lang="pt-BR" noProof="0" smtClean="0"/>
              <a:pPr rtl="0">
                <a:defRPr/>
              </a:pPr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524541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spaço Reservado para Imagem 23">
            <a:extLst>
              <a:ext uri="{FF2B5EF4-FFF2-40B4-BE49-F238E27FC236}">
                <a16:creationId xmlns:a16="http://schemas.microsoft.com/office/drawing/2014/main" id="{2580089F-49C9-440C-8318-24576EE00A4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88825" cy="6858000"/>
          </a:xfr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pt-BR" noProof="0"/>
              <a:t>Clique para adicionar foto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D0DEEF06-129C-4E9F-BB08-1F653A08D2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81775"/>
            <a:ext cx="12191999" cy="5479852"/>
          </a:xfrm>
          <a:prstGeom prst="rect">
            <a:avLst/>
          </a:prstGeom>
          <a:gradFill flip="none" rotWithShape="1">
            <a:gsLst>
              <a:gs pos="50000">
                <a:schemeClr val="tx1">
                  <a:alpha val="30000"/>
                </a:schemeClr>
              </a:gs>
              <a:gs pos="80000">
                <a:schemeClr val="tx1">
                  <a:alpha val="15000"/>
                </a:schemeClr>
              </a:gs>
              <a:gs pos="0">
                <a:schemeClr val="tx1">
                  <a:alpha val="0"/>
                </a:schemeClr>
              </a:gs>
              <a:gs pos="20000">
                <a:schemeClr val="tx1">
                  <a:alpha val="15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4AEFBDB-1B30-4054-9EAE-3085105D69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6275" y="865762"/>
            <a:ext cx="10198776" cy="4056968"/>
          </a:xfrm>
        </p:spPr>
        <p:txBody>
          <a:bodyPr rtlCol="0" anchor="b"/>
          <a:lstStyle>
            <a:lvl1pPr algn="ctr">
              <a:lnSpc>
                <a:spcPct val="110000"/>
              </a:lnSpc>
              <a:spcBef>
                <a:spcPts val="1000"/>
              </a:spcBef>
              <a:def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r>
              <a:rPr lang="pt-BR" noProof="0"/>
              <a:t>Clique para adicionar um título</a:t>
            </a:r>
          </a:p>
        </p:txBody>
      </p:sp>
      <p:sp>
        <p:nvSpPr>
          <p:cNvPr id="19" name="Subtítulo 2">
            <a:extLst>
              <a:ext uri="{FF2B5EF4-FFF2-40B4-BE49-F238E27FC236}">
                <a16:creationId xmlns:a16="http://schemas.microsoft.com/office/drawing/2014/main" id="{0F34EB02-AC27-416D-A53F-77F9841BFD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8708" y="5101548"/>
            <a:ext cx="9781327" cy="5029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2800"/>
            </a:lvl1pPr>
          </a:lstStyle>
          <a:p>
            <a:pPr rtl="0">
              <a:lnSpc>
                <a:spcPct val="110000"/>
              </a:lnSpc>
            </a:pPr>
            <a:r>
              <a:rPr lang="pt-BR" sz="2200" noProof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Segoe UI Semilight" panose="020B0402040204020203" pitchFamily="34" charset="0"/>
              </a:rPr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197212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quipe">
    <p:bg>
      <p:bgPr>
        <a:solidFill>
          <a:schemeClr val="bg2"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>
            <a:extLst>
              <a:ext uri="{FF2B5EF4-FFF2-40B4-BE49-F238E27FC236}">
                <a16:creationId xmlns:a16="http://schemas.microsoft.com/office/drawing/2014/main" id="{2798F9B1-9C80-43D7-9EEB-62368C6E4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63122"/>
            <a:ext cx="12188952" cy="2294878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B19F8183-B975-40ED-AF54-2E47480E8F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632326"/>
            <a:ext cx="12188952" cy="2225674"/>
          </a:xfrm>
          <a:prstGeom prst="rect">
            <a:avLst/>
          </a:prstGeom>
          <a:blipFill dpi="0" rotWithShape="1">
            <a:blip r:embed="rId2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0" name="Título 1">
            <a:extLst>
              <a:ext uri="{FF2B5EF4-FFF2-40B4-BE49-F238E27FC236}">
                <a16:creationId xmlns:a16="http://schemas.microsoft.com/office/drawing/2014/main" id="{5F15006B-9319-46AF-AE0D-7BBBA5A5F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79001"/>
            <a:ext cx="10348147" cy="1388631"/>
          </a:xfrm>
        </p:spPr>
        <p:txBody>
          <a:bodyPr rtlCol="0">
            <a:normAutofit/>
          </a:bodyPr>
          <a:lstStyle/>
          <a:p>
            <a:pPr rtl="0">
              <a:lnSpc>
                <a:spcPct val="100000"/>
              </a:lnSpc>
            </a:pPr>
            <a:r>
              <a:rPr lang="pt-BR" spc="120" noProof="0">
                <a:solidFill>
                  <a:schemeClr val="bg1"/>
                </a:solidFill>
                <a:cs typeface="Posterama" panose="020B0504020200020000" pitchFamily="34" charset="0"/>
              </a:rPr>
              <a:t>Clique para editar o título Mestre</a:t>
            </a:r>
          </a:p>
        </p:txBody>
      </p:sp>
      <p:sp>
        <p:nvSpPr>
          <p:cNvPr id="21" name="Espaço Reservado para Data 5">
            <a:extLst>
              <a:ext uri="{FF2B5EF4-FFF2-40B4-BE49-F238E27FC236}">
                <a16:creationId xmlns:a16="http://schemas.microsoft.com/office/drawing/2014/main" id="{EF966BF4-C741-471C-BD3E-40536108BD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24600"/>
            <a:ext cx="2743200" cy="365125"/>
          </a:xfrm>
        </p:spPr>
        <p:txBody>
          <a:bodyPr rtlCol="0"/>
          <a:lstStyle>
            <a:lvl1pPr>
              <a:defRPr/>
            </a:lvl1pPr>
          </a:lstStyle>
          <a:p>
            <a:pPr rtl="0">
              <a:defRPr/>
            </a:pPr>
            <a:r>
              <a:rPr lang="pt-BR" noProof="0">
                <a:solidFill>
                  <a:prstClr val="white">
                    <a:alpha val="60000"/>
                  </a:prstClr>
                </a:solidFill>
              </a:rPr>
              <a:t>20XX</a:t>
            </a:r>
          </a:p>
        </p:txBody>
      </p:sp>
      <p:sp>
        <p:nvSpPr>
          <p:cNvPr id="22" name="Espaço Reservado para Rodapé 6">
            <a:extLst>
              <a:ext uri="{FF2B5EF4-FFF2-40B4-BE49-F238E27FC236}">
                <a16:creationId xmlns:a16="http://schemas.microsoft.com/office/drawing/2014/main" id="{E4052D32-8B32-4C10-8FF9-3CC40E7F3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24600"/>
            <a:ext cx="4114800" cy="365125"/>
          </a:xfrm>
        </p:spPr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900" b="0" i="0" u="none" strike="noStrike" kern="1200" cap="none" spc="0" normalizeH="0" noProof="0">
                <a:ln>
                  <a:noFill/>
                </a:ln>
                <a:solidFill>
                  <a:prstClr val="white">
                    <a:alpha val="60000"/>
                  </a:prst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Título da apresentação</a:t>
            </a:r>
          </a:p>
        </p:txBody>
      </p:sp>
      <p:sp>
        <p:nvSpPr>
          <p:cNvPr id="23" name="Espaço Reservado para o Número do Slide 7">
            <a:extLst>
              <a:ext uri="{FF2B5EF4-FFF2-40B4-BE49-F238E27FC236}">
                <a16:creationId xmlns:a16="http://schemas.microsoft.com/office/drawing/2014/main" id="{423F6085-8F80-41B9-9BA1-8719DDB0C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24600"/>
            <a:ext cx="2743200" cy="365125"/>
          </a:xfrm>
        </p:spPr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alpha val="60000"/>
                  </a:prst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white">
                  <a:alpha val="60000"/>
                </a:prstClr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7452533-4333-455C-A755-FD0DB695115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92113" y="217488"/>
            <a:ext cx="11407775" cy="4344987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 noProof="0"/>
              <a:t>Clique para adicionar conteúdo</a:t>
            </a:r>
          </a:p>
        </p:txBody>
      </p:sp>
    </p:spTree>
    <p:extLst>
      <p:ext uri="{BB962C8B-B14F-4D97-AF65-F5344CB8AC3E}">
        <p14:creationId xmlns:p14="http://schemas.microsoft.com/office/powerpoint/2010/main" val="1726798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nha do tempo">
    <p:bg>
      <p:bgPr>
        <a:solidFill>
          <a:schemeClr val="bg2"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tângulo 25">
            <a:extLst>
              <a:ext uri="{FF2B5EF4-FFF2-40B4-BE49-F238E27FC236}">
                <a16:creationId xmlns:a16="http://schemas.microsoft.com/office/drawing/2014/main" id="{98EB1B99-4A44-424D-960B-E39E95E47F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63122"/>
            <a:ext cx="12188952" cy="2294878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1C4B9F2D-4BC8-49AA-AF37-3F0C8E5A2D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632326"/>
            <a:ext cx="12188952" cy="2225674"/>
          </a:xfrm>
          <a:prstGeom prst="rect">
            <a:avLst/>
          </a:prstGeom>
          <a:blipFill dpi="0" rotWithShape="1">
            <a:blip r:embed="rId2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8" name="Título 1">
            <a:extLst>
              <a:ext uri="{FF2B5EF4-FFF2-40B4-BE49-F238E27FC236}">
                <a16:creationId xmlns:a16="http://schemas.microsoft.com/office/drawing/2014/main" id="{59607F4D-1EB7-4A8D-BDBE-3FBD59A56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81785"/>
            <a:ext cx="10348147" cy="1572606"/>
          </a:xfrm>
        </p:spPr>
        <p:txBody>
          <a:bodyPr rtlCol="0">
            <a:normAutofit/>
          </a:bodyPr>
          <a:lstStyle/>
          <a:p>
            <a:pPr rtl="0">
              <a:lnSpc>
                <a:spcPct val="100000"/>
              </a:lnSpc>
            </a:pPr>
            <a:r>
              <a:rPr lang="pt-BR" spc="120" noProof="0">
                <a:solidFill>
                  <a:schemeClr val="bg1"/>
                </a:solidFill>
                <a:cs typeface="Posterama" panose="020B0504020200020000" pitchFamily="34" charset="0"/>
              </a:rPr>
              <a:t>Clique para editar o título Mestre</a:t>
            </a:r>
          </a:p>
        </p:txBody>
      </p:sp>
      <p:sp>
        <p:nvSpPr>
          <p:cNvPr id="29" name="Espaço Reservado para Data 5">
            <a:extLst>
              <a:ext uri="{FF2B5EF4-FFF2-40B4-BE49-F238E27FC236}">
                <a16:creationId xmlns:a16="http://schemas.microsoft.com/office/drawing/2014/main" id="{D059A74B-DC70-4E6A-8B79-92049E91B1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24600"/>
            <a:ext cx="2743200" cy="365125"/>
          </a:xfrm>
        </p:spPr>
        <p:txBody>
          <a:bodyPr rtlCol="0"/>
          <a:lstStyle>
            <a:lvl1pPr>
              <a:defRPr/>
            </a:lvl1pPr>
          </a:lstStyle>
          <a:p>
            <a:pPr rtl="0">
              <a:defRPr/>
            </a:pPr>
            <a:r>
              <a:rPr lang="pt-BR" noProof="0">
                <a:solidFill>
                  <a:prstClr val="white">
                    <a:alpha val="60000"/>
                  </a:prstClr>
                </a:solidFill>
              </a:rPr>
              <a:t>20XX</a:t>
            </a:r>
          </a:p>
        </p:txBody>
      </p:sp>
      <p:sp>
        <p:nvSpPr>
          <p:cNvPr id="30" name="Espaço Reservado para Rodapé 6">
            <a:extLst>
              <a:ext uri="{FF2B5EF4-FFF2-40B4-BE49-F238E27FC236}">
                <a16:creationId xmlns:a16="http://schemas.microsoft.com/office/drawing/2014/main" id="{60A3B447-230B-4641-9E61-C6AFA8ADA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24600"/>
            <a:ext cx="4114800" cy="365125"/>
          </a:xfrm>
        </p:spPr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900" b="0" i="0" u="none" strike="noStrike" kern="1200" cap="none" spc="0" normalizeH="0" noProof="0">
                <a:ln>
                  <a:noFill/>
                </a:ln>
                <a:solidFill>
                  <a:prstClr val="white">
                    <a:alpha val="60000"/>
                  </a:prst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Título da apresentação</a:t>
            </a:r>
          </a:p>
        </p:txBody>
      </p:sp>
      <p:sp>
        <p:nvSpPr>
          <p:cNvPr id="31" name="Espaço Reservado para o Número do Slide 7">
            <a:extLst>
              <a:ext uri="{FF2B5EF4-FFF2-40B4-BE49-F238E27FC236}">
                <a16:creationId xmlns:a16="http://schemas.microsoft.com/office/drawing/2014/main" id="{D891FDCC-CEC5-46EA-83E5-AF2316413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24600"/>
            <a:ext cx="2743200" cy="365125"/>
          </a:xfrm>
        </p:spPr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alpha val="60000"/>
                  </a:prst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white">
                  <a:alpha val="60000"/>
                </a:prstClr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112BDF-BBAF-4198-8203-F269CA203EB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89025" y="209550"/>
            <a:ext cx="10013950" cy="4143375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 noProof="0"/>
              <a:t>Clique para adicionar conteúdo</a:t>
            </a:r>
          </a:p>
        </p:txBody>
      </p:sp>
    </p:spTree>
    <p:extLst>
      <p:ext uri="{BB962C8B-B14F-4D97-AF65-F5344CB8AC3E}">
        <p14:creationId xmlns:p14="http://schemas.microsoft.com/office/powerpoint/2010/main" val="656986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una do Conteúdo 2">
    <p:bg>
      <p:bgPr>
        <a:solidFill>
          <a:schemeClr val="bg2"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4DFDE745-8E05-475F-BC08-E9B8B01E6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44200" y="0"/>
            <a:ext cx="1447800" cy="1535750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D4AB668B-5364-48F5-8E6A-67B8A330D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59814"/>
            <a:ext cx="10348146" cy="753172"/>
          </a:xfrm>
        </p:spPr>
        <p:txBody>
          <a:bodyPr rtlCol="0" anchor="t"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>
              <a:lnSpc>
                <a:spcPct val="100000"/>
              </a:lnSpc>
            </a:pPr>
            <a:r>
              <a:rPr lang="pt-BR" spc="120" noProof="0">
                <a:solidFill>
                  <a:schemeClr val="tx2"/>
                </a:solidFill>
                <a:cs typeface="Posterama" panose="020B0504020200020000" pitchFamily="34" charset="0"/>
              </a:rPr>
              <a:t>Clique para editar o título Mestre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BDCD62CE-FD0C-47C1-94CE-C2F8B5AA8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0800000">
            <a:off x="-1" y="2719661"/>
            <a:ext cx="830249" cy="2548349"/>
          </a:xfrm>
          <a:prstGeom prst="rect">
            <a:avLst/>
          </a:prstGeom>
        </p:spPr>
      </p:pic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400F5829-71BC-4CC0-A88E-2D9B5D18E8D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12288" y="1719628"/>
            <a:ext cx="4307865" cy="554038"/>
          </a:xfrm>
        </p:spPr>
        <p:txBody>
          <a:bodyPr rtlCol="0">
            <a:normAutofit/>
          </a:bodyPr>
          <a:lstStyle>
            <a:lvl1pPr marL="0" indent="0">
              <a:buNone/>
              <a:defRPr sz="2400" b="1">
                <a:solidFill>
                  <a:schemeClr val="accent4"/>
                </a:solidFill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9" name="Espaço Reservado para Texto 18">
            <a:extLst>
              <a:ext uri="{FF2B5EF4-FFF2-40B4-BE49-F238E27FC236}">
                <a16:creationId xmlns:a16="http://schemas.microsoft.com/office/drawing/2014/main" id="{FD2F63FE-D5D7-44B0-B72C-D45AA6EE12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12900" y="2332649"/>
            <a:ext cx="4306888" cy="3529013"/>
          </a:xfrm>
        </p:spPr>
        <p:txBody>
          <a:bodyPr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7" name="Espaço Reservado para Texto 15">
            <a:extLst>
              <a:ext uri="{FF2B5EF4-FFF2-40B4-BE49-F238E27FC236}">
                <a16:creationId xmlns:a16="http://schemas.microsoft.com/office/drawing/2014/main" id="{E0314D87-B4EE-460E-B18F-73BD1391115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66350" y="1719628"/>
            <a:ext cx="4307865" cy="554038"/>
          </a:xfrm>
        </p:spPr>
        <p:txBody>
          <a:bodyPr rtlCol="0">
            <a:normAutofit/>
          </a:bodyPr>
          <a:lstStyle>
            <a:lvl1pPr marL="0" indent="0">
              <a:buNone/>
              <a:defRPr sz="2400" b="1">
                <a:solidFill>
                  <a:schemeClr val="accent4"/>
                </a:solidFill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0" name="Espaço Reservado para Texto 18">
            <a:extLst>
              <a:ext uri="{FF2B5EF4-FFF2-40B4-BE49-F238E27FC236}">
                <a16:creationId xmlns:a16="http://schemas.microsoft.com/office/drawing/2014/main" id="{C6020A13-A1EE-4B0D-9E98-DEC8824C596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66838" y="2332649"/>
            <a:ext cx="4306888" cy="3529013"/>
          </a:xfrm>
        </p:spPr>
        <p:txBody>
          <a:bodyPr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2" name="Espaço Reservado para Data 5">
            <a:extLst>
              <a:ext uri="{FF2B5EF4-FFF2-40B4-BE49-F238E27FC236}">
                <a16:creationId xmlns:a16="http://schemas.microsoft.com/office/drawing/2014/main" id="{DB65338A-C6F0-4F28-B7EA-064B872F62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24600"/>
            <a:ext cx="2743200" cy="365125"/>
          </a:xfrm>
        </p:spPr>
        <p:txBody>
          <a:bodyPr rtlCol="0"/>
          <a:lstStyle>
            <a:lvl1pPr>
              <a:defRPr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pPr rtl="0">
              <a:defRPr/>
            </a:pPr>
            <a:r>
              <a:rPr lang="pt-BR" noProof="0"/>
              <a:t>20XX</a:t>
            </a:r>
          </a:p>
        </p:txBody>
      </p:sp>
      <p:sp>
        <p:nvSpPr>
          <p:cNvPr id="13" name="Espaço Reservado para Rodapé 6">
            <a:extLst>
              <a:ext uri="{FF2B5EF4-FFF2-40B4-BE49-F238E27FC236}">
                <a16:creationId xmlns:a16="http://schemas.microsoft.com/office/drawing/2014/main" id="{5743896B-BFE2-4F6B-B431-CF4B29CD3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24600"/>
            <a:ext cx="4114800" cy="365125"/>
          </a:xfrm>
        </p:spPr>
        <p:txBody>
          <a:bodyPr rtlCol="0"/>
          <a:lstStyle>
            <a:lvl1pPr>
              <a:defRPr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pPr rtl="0"/>
            <a:r>
              <a:rPr lang="pt-BR" noProof="0"/>
              <a:t>Título da apresentação</a:t>
            </a:r>
          </a:p>
        </p:txBody>
      </p:sp>
      <p:sp>
        <p:nvSpPr>
          <p:cNvPr id="14" name="Espaço Reservado para o Número do Slide 7">
            <a:extLst>
              <a:ext uri="{FF2B5EF4-FFF2-40B4-BE49-F238E27FC236}">
                <a16:creationId xmlns:a16="http://schemas.microsoft.com/office/drawing/2014/main" id="{1F6558AB-F8E9-4605-A5ED-FE3F46A11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24600"/>
            <a:ext cx="2743200" cy="365125"/>
          </a:xfrm>
        </p:spPr>
        <p:txBody>
          <a:bodyPr rtlCol="0"/>
          <a:lstStyle>
            <a:lvl1pPr>
              <a:defRPr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pPr rtl="0">
              <a:defRPr/>
            </a:pPr>
            <a:fld id="{73B850FF-6169-4056-8077-06FFA93A5366}" type="slidenum">
              <a:rPr lang="pt-BR" noProof="0" smtClean="0"/>
              <a:pPr rtl="0">
                <a:defRPr/>
              </a:pPr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872868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luna do Conteúdo 3">
    <p:bg>
      <p:bgPr>
        <a:solidFill>
          <a:schemeClr val="bg2"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25EDB5FC-CA7C-4369-A121-67C4C93AB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44200" y="0"/>
            <a:ext cx="1447800" cy="1535750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79814F19-D3DA-42AB-AAD4-22D54FE37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59814"/>
            <a:ext cx="10348146" cy="753172"/>
          </a:xfrm>
        </p:spPr>
        <p:txBody>
          <a:bodyPr rtlCol="0" anchor="t"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>
              <a:lnSpc>
                <a:spcPct val="100000"/>
              </a:lnSpc>
            </a:pPr>
            <a:r>
              <a:rPr lang="pt-BR" spc="120" noProof="0">
                <a:solidFill>
                  <a:schemeClr val="tx2"/>
                </a:solidFill>
                <a:cs typeface="Posterama" panose="020B0504020200020000" pitchFamily="34" charset="0"/>
              </a:rPr>
              <a:t>Clique para editar o título Mestre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14126634-B312-428E-8F30-17C1890404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0800000">
            <a:off x="-1" y="2719661"/>
            <a:ext cx="830249" cy="2548349"/>
          </a:xfrm>
          <a:prstGeom prst="rect">
            <a:avLst/>
          </a:prstGeom>
        </p:spPr>
      </p:pic>
      <p:sp>
        <p:nvSpPr>
          <p:cNvPr id="12" name="Espaço Reservado para Data 5">
            <a:extLst>
              <a:ext uri="{FF2B5EF4-FFF2-40B4-BE49-F238E27FC236}">
                <a16:creationId xmlns:a16="http://schemas.microsoft.com/office/drawing/2014/main" id="{1AC832B9-3155-477F-89D0-A170836416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24600"/>
            <a:ext cx="2743200" cy="365125"/>
          </a:xfrm>
        </p:spPr>
        <p:txBody>
          <a:bodyPr rtlCol="0"/>
          <a:lstStyle>
            <a:lvl1pPr>
              <a:defRPr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pPr rtl="0">
              <a:defRPr/>
            </a:pPr>
            <a:r>
              <a:rPr lang="pt-BR" noProof="0"/>
              <a:t>20XX</a:t>
            </a:r>
          </a:p>
        </p:txBody>
      </p:sp>
      <p:sp>
        <p:nvSpPr>
          <p:cNvPr id="13" name="Espaço Reservado para Rodapé 6">
            <a:extLst>
              <a:ext uri="{FF2B5EF4-FFF2-40B4-BE49-F238E27FC236}">
                <a16:creationId xmlns:a16="http://schemas.microsoft.com/office/drawing/2014/main" id="{7801D982-FEE5-4484-AD95-86DEE2E5D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24600"/>
            <a:ext cx="4114800" cy="365125"/>
          </a:xfrm>
        </p:spPr>
        <p:txBody>
          <a:bodyPr rtlCol="0"/>
          <a:lstStyle>
            <a:lvl1pPr>
              <a:defRPr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pPr rtl="0"/>
            <a:r>
              <a:rPr lang="pt-BR" noProof="0"/>
              <a:t>Título da apresentação</a:t>
            </a:r>
          </a:p>
        </p:txBody>
      </p:sp>
      <p:sp>
        <p:nvSpPr>
          <p:cNvPr id="14" name="Espaço Reservado para o Número do Slide 7">
            <a:extLst>
              <a:ext uri="{FF2B5EF4-FFF2-40B4-BE49-F238E27FC236}">
                <a16:creationId xmlns:a16="http://schemas.microsoft.com/office/drawing/2014/main" id="{5F932331-BB94-49D3-9E40-67111663B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24600"/>
            <a:ext cx="2743200" cy="365125"/>
          </a:xfrm>
        </p:spPr>
        <p:txBody>
          <a:bodyPr rtlCol="0"/>
          <a:lstStyle>
            <a:lvl1pPr>
              <a:defRPr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pPr rtl="0">
              <a:defRPr/>
            </a:pPr>
            <a:fld id="{73B850FF-6169-4056-8077-06FFA93A5366}" type="slidenum">
              <a:rPr lang="pt-BR" noProof="0" smtClean="0"/>
              <a:pPr rtl="0">
                <a:defRPr/>
              </a:pPr>
              <a:t>‹nº›</a:t>
            </a:fld>
            <a:endParaRPr lang="pt-BR" noProof="0"/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05653" y="1719628"/>
            <a:ext cx="3300183" cy="554038"/>
          </a:xfrm>
        </p:spPr>
        <p:txBody>
          <a:bodyPr rtlCol="0">
            <a:normAutofit/>
          </a:bodyPr>
          <a:lstStyle>
            <a:lvl1pPr marL="0" indent="0">
              <a:buNone/>
              <a:defRPr sz="2400" b="1">
                <a:solidFill>
                  <a:schemeClr val="accent4"/>
                </a:solidFill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7" name="Espaço Reservado para Texto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06265" y="2332649"/>
            <a:ext cx="3299434" cy="3529013"/>
          </a:xfrm>
        </p:spPr>
        <p:txBody>
          <a:bodyPr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1" name="Espaço Reservado para Texto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29261" y="1719628"/>
            <a:ext cx="3300183" cy="554038"/>
          </a:xfrm>
        </p:spPr>
        <p:txBody>
          <a:bodyPr rtlCol="0">
            <a:normAutofit/>
          </a:bodyPr>
          <a:lstStyle>
            <a:lvl1pPr marL="0" indent="0">
              <a:buNone/>
              <a:defRPr sz="2400" b="1">
                <a:solidFill>
                  <a:schemeClr val="accent4"/>
                </a:solidFill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32" name="Espaço Reservado para Texto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29873" y="2332649"/>
            <a:ext cx="3299434" cy="3529013"/>
          </a:xfrm>
        </p:spPr>
        <p:txBody>
          <a:bodyPr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3" name="Espaço Reservado para Texto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53617" y="1719628"/>
            <a:ext cx="3300183" cy="554038"/>
          </a:xfrm>
        </p:spPr>
        <p:txBody>
          <a:bodyPr rtlCol="0">
            <a:normAutofit/>
          </a:bodyPr>
          <a:lstStyle>
            <a:lvl1pPr marL="0" indent="0">
              <a:buNone/>
              <a:defRPr sz="2400" b="1">
                <a:solidFill>
                  <a:schemeClr val="accent4"/>
                </a:solidFill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34" name="Espaço Reservado para Texto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54229" y="2332649"/>
            <a:ext cx="3299434" cy="3529013"/>
          </a:xfrm>
        </p:spPr>
        <p:txBody>
          <a:bodyPr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</p:spTree>
    <p:extLst>
      <p:ext uri="{BB962C8B-B14F-4D97-AF65-F5344CB8AC3E}">
        <p14:creationId xmlns:p14="http://schemas.microsoft.com/office/powerpoint/2010/main" val="19207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Fechamento"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10FB9ADE-90DA-4820-BE03-6440FAF8B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0" y="1"/>
            <a:ext cx="12191999" cy="6858000"/>
          </a:xfrm>
          <a:prstGeom prst="rect">
            <a:avLst/>
          </a:prstGeom>
          <a:blipFill dpi="0" rotWithShape="1">
            <a:blip r:embed="rId2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FF4039C-77F7-44AD-AEB2-A6079C9DA3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13457" y="739600"/>
            <a:ext cx="10768226" cy="539095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36E930C2-F546-4C94-BF53-6C7C8A57E0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0600" y="1066800"/>
            <a:ext cx="4749276" cy="2592425"/>
          </a:xfrm>
        </p:spPr>
        <p:txBody>
          <a:bodyPr rtlCol="0" anchor="b"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algn="l" rtl="0">
              <a:lnSpc>
                <a:spcPct val="100000"/>
              </a:lnSpc>
            </a:pPr>
            <a:r>
              <a:rPr lang="pt-BR" sz="4400" spc="120" noProof="0">
                <a:solidFill>
                  <a:schemeClr val="tx2"/>
                </a:solidFill>
                <a:cs typeface="Posterama" panose="020B0504020200020000" pitchFamily="34" charset="0"/>
              </a:rPr>
              <a:t>Clique para editar o título Mestre</a:t>
            </a: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43F81DC1-1A78-495F-B862-27847D0EE0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0599" y="3856314"/>
            <a:ext cx="4749275" cy="1858686"/>
          </a:xfrm>
        </p:spPr>
        <p:txBody>
          <a:bodyPr rtlCol="0" anchor="t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pPr algn="l" rtl="0">
              <a:lnSpc>
                <a:spcPct val="110000"/>
              </a:lnSpc>
            </a:pPr>
            <a:r>
              <a:rPr lang="pt-BR" sz="2200" noProof="0">
                <a:solidFill>
                  <a:schemeClr val="tx2"/>
                </a:solidFill>
                <a:cs typeface="Segoe UI Semilight" panose="020B0402040204020203" pitchFamily="34" charset="0"/>
              </a:rPr>
              <a:t>Clique para editar o estilo do subtítulo Mestre</a:t>
            </a:r>
          </a:p>
        </p:txBody>
      </p:sp>
      <p:sp>
        <p:nvSpPr>
          <p:cNvPr id="25" name="Espaço Reservado para Imagem 20">
            <a:extLst>
              <a:ext uri="{FF2B5EF4-FFF2-40B4-BE49-F238E27FC236}">
                <a16:creationId xmlns:a16="http://schemas.microsoft.com/office/drawing/2014/main" id="{F44B6D46-2238-46D9-8D7F-730BDD0C144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77447" y="1066800"/>
            <a:ext cx="2405746" cy="2262033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pt-BR" noProof="0"/>
              <a:t>Clique para adicionar foto</a:t>
            </a:r>
          </a:p>
        </p:txBody>
      </p:sp>
      <p:sp>
        <p:nvSpPr>
          <p:cNvPr id="26" name="Espaço Reservado para Imagem 20">
            <a:extLst>
              <a:ext uri="{FF2B5EF4-FFF2-40B4-BE49-F238E27FC236}">
                <a16:creationId xmlns:a16="http://schemas.microsoft.com/office/drawing/2014/main" id="{B600C62E-9610-468D-B50C-B5D55DB2D06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592404" y="1066800"/>
            <a:ext cx="2405746" cy="2262033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pt-BR" noProof="0"/>
              <a:t>Clique para adicionar foto</a:t>
            </a:r>
          </a:p>
        </p:txBody>
      </p:sp>
      <p:sp>
        <p:nvSpPr>
          <p:cNvPr id="27" name="Espaço Reservado para Imagem 20">
            <a:extLst>
              <a:ext uri="{FF2B5EF4-FFF2-40B4-BE49-F238E27FC236}">
                <a16:creationId xmlns:a16="http://schemas.microsoft.com/office/drawing/2014/main" id="{03A822E7-844A-4C6F-9941-ACCF803F61F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77447" y="3443645"/>
            <a:ext cx="2405746" cy="2262033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pt-BR" noProof="0"/>
              <a:t>Clique para adicionar foto</a:t>
            </a:r>
          </a:p>
        </p:txBody>
      </p:sp>
      <p:sp>
        <p:nvSpPr>
          <p:cNvPr id="28" name="Espaço Reservado para Imagem 20">
            <a:extLst>
              <a:ext uri="{FF2B5EF4-FFF2-40B4-BE49-F238E27FC236}">
                <a16:creationId xmlns:a16="http://schemas.microsoft.com/office/drawing/2014/main" id="{07DE9330-8C8A-4B8E-A4C6-F84147872A3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592405" y="3443645"/>
            <a:ext cx="2405746" cy="2262033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pt-BR" noProof="0"/>
              <a:t>Clique para adicionar foto</a:t>
            </a:r>
          </a:p>
        </p:txBody>
      </p:sp>
      <p:sp>
        <p:nvSpPr>
          <p:cNvPr id="17" name="Espaço Reservado para Data 9">
            <a:extLst>
              <a:ext uri="{FF2B5EF4-FFF2-40B4-BE49-F238E27FC236}">
                <a16:creationId xmlns:a16="http://schemas.microsoft.com/office/drawing/2014/main" id="{693CD890-5369-4257-9426-7FA8B9FD3B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27648"/>
            <a:ext cx="2743200" cy="365125"/>
          </a:xfrm>
        </p:spPr>
        <p:txBody>
          <a:bodyPr rtlCol="0"/>
          <a:lstStyle>
            <a:lvl1pPr>
              <a:defRPr/>
            </a:lvl1pPr>
          </a:lstStyle>
          <a:p>
            <a:pPr rtl="0">
              <a:defRPr/>
            </a:pPr>
            <a:r>
              <a:rPr lang="pt-BR" noProof="0">
                <a:solidFill>
                  <a:prstClr val="white">
                    <a:alpha val="60000"/>
                  </a:prstClr>
                </a:solidFill>
              </a:rPr>
              <a:t>20XX</a:t>
            </a:r>
          </a:p>
        </p:txBody>
      </p:sp>
      <p:sp>
        <p:nvSpPr>
          <p:cNvPr id="18" name="Espaço Reservado para Rodapé 10">
            <a:extLst>
              <a:ext uri="{FF2B5EF4-FFF2-40B4-BE49-F238E27FC236}">
                <a16:creationId xmlns:a16="http://schemas.microsoft.com/office/drawing/2014/main" id="{3A86BCFE-67DF-4B63-AC7B-74E66919C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27648"/>
            <a:ext cx="4114800" cy="365125"/>
          </a:xfrm>
        </p:spPr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900" b="0" i="0" u="none" strike="noStrike" kern="1200" cap="none" spc="0" normalizeH="0" noProof="0">
                <a:ln>
                  <a:noFill/>
                </a:ln>
                <a:solidFill>
                  <a:prstClr val="white">
                    <a:alpha val="60000"/>
                  </a:prst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Título da apresentação</a:t>
            </a:r>
          </a:p>
        </p:txBody>
      </p:sp>
      <p:sp>
        <p:nvSpPr>
          <p:cNvPr id="19" name="Espaço Reservado para o Número do Slide 11">
            <a:extLst>
              <a:ext uri="{FF2B5EF4-FFF2-40B4-BE49-F238E27FC236}">
                <a16:creationId xmlns:a16="http://schemas.microsoft.com/office/drawing/2014/main" id="{1301AADD-E25B-4AB6-A4E4-E95CFB987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8400" y="6327648"/>
            <a:ext cx="1295400" cy="365125"/>
          </a:xfrm>
        </p:spPr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alpha val="60000"/>
                  </a:prst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white">
                  <a:alpha val="60000"/>
                </a:prstClr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2432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40" name="Imagem 39">
            <a:extLst>
              <a:ext uri="{FF2B5EF4-FFF2-40B4-BE49-F238E27FC236}">
                <a16:creationId xmlns:a16="http://schemas.microsoft.com/office/drawing/2014/main" id="{1CB7E8AE-A3AC-4BB7-A5C6-F00EC697B265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9984D45-0ED3-4D03-8E44-5E355C913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54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F687D6E-D1E9-489C-9AA9-3575C39BA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49450"/>
            <a:ext cx="10515600" cy="4195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6364E9C-08EE-4B1B-B3FC-D6D997F4EA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246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AB0A1F1-38FE-4C27-81E6-A43A54793F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246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pPr rtl="0"/>
            <a:r>
              <a:rPr lang="pt-BR" noProof="0"/>
              <a:t>Título da 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5E26B39A-FFD8-42EF-ADC7-7DB3B302F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246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pPr rtl="0"/>
            <a:fld id="{73B850FF-6169-4056-8077-06FFA93A5366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373087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69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artacapital.com.br/mundo/ha-10-anos-edward-snowden-revelou-um-mundo-sitiado-pela-espionagem-americana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www.adorocinema.com/filmes/filme-229359/criticas-adorocinema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9.jpg"/><Relationship Id="rId5" Type="http://schemas.openxmlformats.org/officeDocument/2006/relationships/image" Target="../media/image28.png"/><Relationship Id="rId4" Type="http://schemas.openxmlformats.org/officeDocument/2006/relationships/image" Target="../media/image2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6B0B2BB2-146B-4714-8570-77C449ABC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073" y="862806"/>
            <a:ext cx="5309179" cy="2397324"/>
          </a:xfrm>
        </p:spPr>
        <p:txBody>
          <a:bodyPr rtlCol="0" anchor="ctr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pt-BR" sz="4000" dirty="0"/>
              <a:t>Arquivo 3 : O Vazamento Exposto</a:t>
            </a:r>
            <a:br>
              <a:rPr lang="pt-BR" sz="4000" dirty="0"/>
            </a:br>
            <a:r>
              <a:rPr lang="pt-BR" sz="4000" dirty="0"/>
              <a:t>3.3 LGPD e  Privacidade </a:t>
            </a:r>
            <a:br>
              <a:rPr lang="pt-BR" sz="4100" dirty="0"/>
            </a:br>
            <a:endParaRPr lang="pt-BR" sz="4100" dirty="0"/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7DEE731E-C361-4204-9B35-43843B693B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3" y="3260130"/>
            <a:ext cx="4633913" cy="2913063"/>
          </a:xfrm>
        </p:spPr>
        <p:txBody>
          <a:bodyPr rtlCol="0">
            <a:normAutofit/>
          </a:bodyPr>
          <a:lstStyle/>
          <a:p>
            <a:r>
              <a:rPr lang="pt-BR" b="1" dirty="0"/>
              <a:t>Snowden - Herói ou Traidor</a:t>
            </a:r>
            <a:r>
              <a:rPr lang="pt-BR" dirty="0"/>
              <a:t>.</a:t>
            </a:r>
          </a:p>
          <a:p>
            <a:pPr rtl="0"/>
            <a:endParaRPr lang="pt-BR" dirty="0"/>
          </a:p>
        </p:txBody>
      </p:sp>
      <p:pic>
        <p:nvPicPr>
          <p:cNvPr id="11" name="Espaço Reservado para Imagem 10">
            <a:extLst>
              <a:ext uri="{FF2B5EF4-FFF2-40B4-BE49-F238E27FC236}">
                <a16:creationId xmlns:a16="http://schemas.microsoft.com/office/drawing/2014/main" id="{458CF8B8-D058-4FD3-9B2C-5511E2BCDE76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21500" r="22251" b="2"/>
          <a:stretch>
            <a:fillRect/>
          </a:stretch>
        </p:blipFill>
        <p:spPr>
          <a:xfrm>
            <a:off x="6508749" y="862806"/>
            <a:ext cx="5132388" cy="5132388"/>
          </a:xfrm>
          <a:noFill/>
        </p:spPr>
      </p:pic>
    </p:spTree>
    <p:extLst>
      <p:ext uri="{BB962C8B-B14F-4D97-AF65-F5344CB8AC3E}">
        <p14:creationId xmlns:p14="http://schemas.microsoft.com/office/powerpoint/2010/main" val="3106661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DFB677E5-E523-4E86-B284-DC459250C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81785"/>
            <a:ext cx="10348147" cy="1572606"/>
          </a:xfrm>
        </p:spPr>
        <p:txBody>
          <a:bodyPr rtlCol="0"/>
          <a:lstStyle/>
          <a:p>
            <a:pPr rtl="0"/>
            <a:r>
              <a:rPr lang="pt-BR" dirty="0"/>
              <a:t>Sinopse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9E0E1D25-417C-4739-ADA5-9B48906D5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24600"/>
            <a:ext cx="2743200" cy="365125"/>
          </a:xfrm>
        </p:spPr>
        <p:txBody>
          <a:bodyPr rtlCol="0"/>
          <a:lstStyle/>
          <a:p>
            <a:pPr lvl="0" rtl="0"/>
            <a:fld id="{73B850FF-6169-4056-8077-06FFA93A5366}" type="slidenum">
              <a:rPr lang="pt-BR" smtClean="0"/>
              <a:pPr lvl="0" rtl="0"/>
              <a:t>2</a:t>
            </a:fld>
            <a:endParaRPr lang="pt-BR" dirty="0"/>
          </a:p>
        </p:txBody>
      </p:sp>
      <p:graphicFrame>
        <p:nvGraphicFramePr>
          <p:cNvPr id="48" name="Espaço Reservado para Conteúdo 3">
            <a:extLst>
              <a:ext uri="{FF2B5EF4-FFF2-40B4-BE49-F238E27FC236}">
                <a16:creationId xmlns:a16="http://schemas.microsoft.com/office/drawing/2014/main" id="{4D2A3CE4-FB20-4385-A3CA-A58FA355C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296079238"/>
              </p:ext>
            </p:extLst>
          </p:nvPr>
        </p:nvGraphicFramePr>
        <p:xfrm>
          <a:off x="838200" y="338484"/>
          <a:ext cx="10886567" cy="42433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51534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0D2E9CD5-1249-E48F-2B78-B54C81694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113" y="5099337"/>
            <a:ext cx="10794234" cy="1590388"/>
          </a:xfrm>
        </p:spPr>
        <p:txBody>
          <a:bodyPr anchor="ctr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pt-BR" dirty="0"/>
              <a:t>Princípios Éticos Violados no caso (Governo):</a:t>
            </a:r>
            <a:br>
              <a:rPr lang="pt-BR" dirty="0"/>
            </a:br>
            <a:endParaRPr lang="en-US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D489CE4-1325-1CCA-9EC0-630428486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24600"/>
            <a:ext cx="2743200" cy="365125"/>
          </a:xfrm>
        </p:spPr>
        <p:txBody>
          <a:bodyPr anchor="ctr">
            <a:norm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pt-BR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alpha val="60000"/>
                  </a:prstClr>
                </a:solidFill>
                <a:effectLst/>
                <a:uLnTx/>
                <a:uFillTx/>
              </a:rPr>
              <a:pPr marL="0" marR="0" lvl="0" indent="0" defTabSz="914400" rtl="0" eaLnBrk="1" fontAlgn="auto" latinLnBrk="0" hangingPunct="1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pt-BR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60000"/>
                </a:prstClr>
              </a:solidFill>
              <a:effectLst/>
              <a:uLnTx/>
              <a:uFillTx/>
            </a:endParaRPr>
          </a:p>
        </p:txBody>
      </p:sp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F585F0CC-5EF5-96B5-C186-1E48387B06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6006595"/>
              </p:ext>
            </p:extLst>
          </p:nvPr>
        </p:nvGraphicFramePr>
        <p:xfrm>
          <a:off x="392113" y="217489"/>
          <a:ext cx="11485255" cy="41382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64647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A7675-2B82-C293-7C8D-18F5D7246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E5625A7-118E-E248-134A-57488A5E9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828" y="5075844"/>
            <a:ext cx="10348147" cy="1572606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pt-BR" sz="3400" dirty="0"/>
              <a:t>Princípios Éticos Violados no caso (Snowden):</a:t>
            </a:r>
            <a:br>
              <a:rPr lang="pt-BR" sz="3400" dirty="0"/>
            </a:br>
            <a:endParaRPr lang="en-US" sz="3400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6732B88-42FB-BCCC-D93D-44BAA8D93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24600"/>
            <a:ext cx="2743200" cy="365125"/>
          </a:xfrm>
        </p:spPr>
        <p:txBody>
          <a:bodyPr anchor="ctr">
            <a:norm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pt-BR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alpha val="60000"/>
                  </a:prstClr>
                </a:solidFill>
                <a:effectLst/>
                <a:uLnTx/>
                <a:uFillTx/>
              </a:rPr>
              <a:pPr marL="0" marR="0" lvl="0" indent="0" defTabSz="914400" rtl="0" eaLnBrk="1" fontAlgn="auto" latinLnBrk="0" hangingPunct="1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pt-BR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60000"/>
                </a:prstClr>
              </a:solidFill>
              <a:effectLst/>
              <a:uLnTx/>
              <a:uFillTx/>
            </a:endParaRPr>
          </a:p>
        </p:txBody>
      </p:sp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88ECC80C-6549-3F12-A376-9C1831EB1C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76001907"/>
              </p:ext>
            </p:extLst>
          </p:nvPr>
        </p:nvGraphicFramePr>
        <p:xfrm>
          <a:off x="1089025" y="209550"/>
          <a:ext cx="10013950" cy="4143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13815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3">
            <a:extLst>
              <a:ext uri="{FF2B5EF4-FFF2-40B4-BE49-F238E27FC236}">
                <a16:creationId xmlns:a16="http://schemas.microsoft.com/office/drawing/2014/main" id="{B6134E62-0FEA-4101-A0C8-1395344EA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66173"/>
            <a:ext cx="10003218" cy="1219200"/>
          </a:xfrm>
        </p:spPr>
        <p:txBody>
          <a:bodyPr rtlCol="0">
            <a:normAutofit fontScale="90000"/>
          </a:bodyPr>
          <a:lstStyle/>
          <a:p>
            <a:r>
              <a:rPr lang="pt-BR" dirty="0"/>
              <a:t>Explorando conceitos jurídicos e éticos aplicáveis</a:t>
            </a:r>
          </a:p>
        </p:txBody>
      </p:sp>
      <p:pic>
        <p:nvPicPr>
          <p:cNvPr id="11" name="Espaço Reservado para Imagem 10" descr="Imagem colorida ao ar livre com uma pessoa e plumas">
            <a:extLst>
              <a:ext uri="{FF2B5EF4-FFF2-40B4-BE49-F238E27FC236}">
                <a16:creationId xmlns:a16="http://schemas.microsoft.com/office/drawing/2014/main" id="{FE5067FA-41D2-404F-9E22-8AE2507577B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174" y="0"/>
            <a:ext cx="5714164" cy="4602877"/>
          </a:xfrm>
        </p:spPr>
      </p:pic>
      <p:sp>
        <p:nvSpPr>
          <p:cNvPr id="15" name="Espaço Reservado para Conteúdo 14">
            <a:extLst>
              <a:ext uri="{FF2B5EF4-FFF2-40B4-BE49-F238E27FC236}">
                <a16:creationId xmlns:a16="http://schemas.microsoft.com/office/drawing/2014/main" id="{F95CA429-F668-43CB-B1F6-A9C08F07F9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10990" y="327025"/>
            <a:ext cx="6352673" cy="4507500"/>
          </a:xfrm>
        </p:spPr>
        <p:txBody>
          <a:bodyPr rtlCol="0">
            <a:normAutofit/>
          </a:bodyPr>
          <a:lstStyle/>
          <a:p>
            <a:pPr marL="285750" indent="-285750">
              <a:buFontTx/>
              <a:buChar char="-"/>
            </a:pPr>
            <a:r>
              <a:rPr lang="pt-BR" b="1" dirty="0"/>
              <a:t>Sigilo e segurança nacional</a:t>
            </a:r>
          </a:p>
          <a:p>
            <a:pPr marL="285750" indent="-285750">
              <a:buFontTx/>
              <a:buChar char="-"/>
            </a:pPr>
            <a:r>
              <a:rPr lang="pt-BR" b="1" dirty="0"/>
              <a:t>Dever funcional e contrato de confidencialidade.</a:t>
            </a:r>
          </a:p>
          <a:p>
            <a:pPr marL="285750" indent="-285750">
              <a:buFontTx/>
              <a:buChar char="-"/>
            </a:pPr>
            <a:r>
              <a:rPr lang="pt-BR" b="1" dirty="0"/>
              <a:t>Asilo político e proteção internacional</a:t>
            </a:r>
          </a:p>
        </p:txBody>
      </p:sp>
      <p:sp>
        <p:nvSpPr>
          <p:cNvPr id="20" name="Espaço Reservado para o Número do Slide 19">
            <a:extLst>
              <a:ext uri="{FF2B5EF4-FFF2-40B4-BE49-F238E27FC236}">
                <a16:creationId xmlns:a16="http://schemas.microsoft.com/office/drawing/2014/main" id="{8830570A-9F6D-4948-8AE0-762EE7BF8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86908" y="6327648"/>
            <a:ext cx="1166892" cy="365125"/>
          </a:xfrm>
        </p:spPr>
        <p:txBody>
          <a:bodyPr rtlCol="0"/>
          <a:lstStyle/>
          <a:p>
            <a:pPr lvl="0" rtl="0"/>
            <a:fld id="{73B850FF-6169-4056-8077-06FFA93A5366}" type="slidenum">
              <a:rPr lang="pt-BR" smtClean="0"/>
              <a:pPr lvl="0" rtl="0"/>
              <a:t>5</a:t>
            </a:fld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7E011BAE-DD46-3838-BA16-8EE235788A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710990" cy="4602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098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02E04E8F-2D23-4DA1-95F8-B758F6D3C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245806"/>
            <a:ext cx="10921181" cy="1505207"/>
          </a:xfrm>
        </p:spPr>
        <p:txBody>
          <a:bodyPr rtlCol="0" anchor="ctr">
            <a:normAutofit fontScale="90000"/>
          </a:bodyPr>
          <a:lstStyle/>
          <a:p>
            <a:pPr>
              <a:lnSpc>
                <a:spcPct val="90000"/>
              </a:lnSpc>
            </a:pPr>
            <a:br>
              <a:rPr lang="pt-BR" b="0" dirty="0"/>
            </a:br>
            <a:r>
              <a:rPr lang="pt-BR" b="0" dirty="0"/>
              <a:t>Filme Sugerido:</a:t>
            </a:r>
            <a:br>
              <a:rPr lang="pt-BR" b="0" dirty="0"/>
            </a:br>
            <a:r>
              <a:rPr lang="pt-BR" dirty="0"/>
              <a:t>Snowden - Herói ou Traidor</a:t>
            </a:r>
            <a:br>
              <a:rPr lang="pt-BR" dirty="0"/>
            </a:br>
            <a:endParaRPr lang="pt-BR" dirty="0"/>
          </a:p>
        </p:txBody>
      </p:sp>
      <p:sp>
        <p:nvSpPr>
          <p:cNvPr id="16" name="Date Placeholder 2">
            <a:extLst>
              <a:ext uri="{FF2B5EF4-FFF2-40B4-BE49-F238E27FC236}">
                <a16:creationId xmlns:a16="http://schemas.microsoft.com/office/drawing/2014/main" id="{49FDEF8F-4DDE-9656-6545-DEF6FD6AED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27648"/>
            <a:ext cx="2743200" cy="365125"/>
          </a:xfrm>
        </p:spPr>
        <p:txBody>
          <a:bodyPr/>
          <a:lstStyle/>
          <a:p>
            <a:pPr rtl="0">
              <a:spcAft>
                <a:spcPts val="600"/>
              </a:spcAft>
              <a:defRPr/>
            </a:pPr>
            <a:r>
              <a:rPr lang="pt-BR" noProof="0" dirty="0"/>
              <a:t>20XX</a:t>
            </a:r>
          </a:p>
        </p:txBody>
      </p: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A0B12881-1D7A-B156-F2FD-66ED3ACF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86908" y="6327648"/>
            <a:ext cx="1166892" cy="365125"/>
          </a:xfrm>
        </p:spPr>
        <p:txBody>
          <a:bodyPr/>
          <a:lstStyle/>
          <a:p>
            <a:pPr rtl="0">
              <a:spcAft>
                <a:spcPts val="600"/>
              </a:spcAft>
              <a:defRPr/>
            </a:pPr>
            <a:fld id="{73B850FF-6169-4056-8077-06FFA93A5366}" type="slidenum">
              <a:rPr lang="pt-BR" noProof="0" smtClean="0"/>
              <a:pPr rtl="0">
                <a:spcAft>
                  <a:spcPts val="600"/>
                </a:spcAft>
                <a:defRPr/>
              </a:pPr>
              <a:t>6</a:t>
            </a:fld>
            <a:endParaRPr lang="pt-BR" noProof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FA7D6E7D-019F-4C81-AB67-977ED710707D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838200" y="1941513"/>
            <a:ext cx="7094220" cy="4352544"/>
          </a:xfrm>
        </p:spPr>
        <p:txBody>
          <a:bodyPr rtlCol="0" anchor="t">
            <a:normAutofit/>
          </a:bodyPr>
          <a:lstStyle/>
          <a:p>
            <a:pPr marL="0" indent="0">
              <a:buNone/>
            </a:pPr>
            <a:endParaRPr lang="en-US" kern="1200" dirty="0">
              <a:solidFill>
                <a:schemeClr val="tx2"/>
              </a:solidFill>
            </a:endParaRPr>
          </a:p>
          <a:p>
            <a:pPr marL="0"/>
            <a:r>
              <a:rPr lang="pt-BR" dirty="0">
                <a:solidFill>
                  <a:schemeClr val="tx2"/>
                </a:solidFill>
              </a:rPr>
              <a:t>Direção: Oliver Stone. Produção: Moritz </a:t>
            </a:r>
            <a:r>
              <a:rPr lang="pt-BR" dirty="0" err="1">
                <a:solidFill>
                  <a:schemeClr val="tx2"/>
                </a:solidFill>
              </a:rPr>
              <a:t>Borman</a:t>
            </a:r>
            <a:r>
              <a:rPr lang="pt-BR" dirty="0">
                <a:solidFill>
                  <a:schemeClr val="tx2"/>
                </a:solidFill>
              </a:rPr>
              <a:t>, Eric </a:t>
            </a:r>
            <a:r>
              <a:rPr lang="pt-BR" dirty="0" err="1">
                <a:solidFill>
                  <a:schemeClr val="tx2"/>
                </a:solidFill>
              </a:rPr>
              <a:t>Kopeloff</a:t>
            </a:r>
            <a:r>
              <a:rPr lang="pt-BR" dirty="0">
                <a:solidFill>
                  <a:schemeClr val="tx2"/>
                </a:solidFill>
              </a:rPr>
              <a:t>, Philip Schulz-</a:t>
            </a:r>
            <a:r>
              <a:rPr lang="pt-BR" dirty="0" err="1">
                <a:solidFill>
                  <a:schemeClr val="tx2"/>
                </a:solidFill>
              </a:rPr>
              <a:t>Deyle</a:t>
            </a:r>
            <a:r>
              <a:rPr lang="pt-BR" dirty="0">
                <a:solidFill>
                  <a:schemeClr val="tx2"/>
                </a:solidFill>
              </a:rPr>
              <a:t>. Estados Unidos: Open Road Films</a:t>
            </a:r>
            <a:endParaRPr lang="en-US" dirty="0">
              <a:solidFill>
                <a:schemeClr val="tx2"/>
              </a:solidFill>
            </a:endParaRPr>
          </a:p>
          <a:p>
            <a:pPr marL="0"/>
            <a:r>
              <a:rPr lang="en-US" kern="1200" dirty="0">
                <a:solidFill>
                  <a:schemeClr val="tx2"/>
                </a:solidFill>
              </a:rPr>
              <a:t>2016 ‧ Drama/</a:t>
            </a:r>
            <a:r>
              <a:rPr lang="en-US" dirty="0">
                <a:solidFill>
                  <a:schemeClr val="tx2"/>
                </a:solidFill>
              </a:rPr>
              <a:t>Suspense</a:t>
            </a:r>
            <a:r>
              <a:rPr lang="en-US" kern="1200" dirty="0">
                <a:solidFill>
                  <a:schemeClr val="tx2"/>
                </a:solidFill>
              </a:rPr>
              <a:t> ‧ 2h 14m</a:t>
            </a:r>
          </a:p>
          <a:p>
            <a:pPr marL="0"/>
            <a:r>
              <a:rPr lang="pt-BR" dirty="0">
                <a:solidFill>
                  <a:schemeClr val="tx2"/>
                </a:solidFill>
              </a:rPr>
              <a:t>Disponível no: Disney+, </a:t>
            </a:r>
            <a:r>
              <a:rPr lang="pt-BR" dirty="0" err="1">
                <a:solidFill>
                  <a:schemeClr val="tx2"/>
                </a:solidFill>
              </a:rPr>
              <a:t>Amazon</a:t>
            </a:r>
            <a:r>
              <a:rPr lang="pt-BR" dirty="0">
                <a:solidFill>
                  <a:schemeClr val="tx2"/>
                </a:solidFill>
              </a:rPr>
              <a:t> Prime Vídeo(Aluguel);</a:t>
            </a:r>
            <a:endParaRPr lang="en-US" kern="1200" dirty="0">
              <a:solidFill>
                <a:schemeClr val="tx2"/>
              </a:solidFill>
            </a:endParaRPr>
          </a:p>
        </p:txBody>
      </p:sp>
      <p:pic>
        <p:nvPicPr>
          <p:cNvPr id="11" name="Espaço Reservado para Imagem 10">
            <a:extLst>
              <a:ext uri="{FF2B5EF4-FFF2-40B4-BE49-F238E27FC236}">
                <a16:creationId xmlns:a16="http://schemas.microsoft.com/office/drawing/2014/main" id="{00D18BE2-6264-751D-343D-C07DA940C10B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3"/>
          <a:srcRect l="2680" r="2680"/>
          <a:stretch/>
        </p:blipFill>
        <p:spPr>
          <a:xfrm>
            <a:off x="8313420" y="1941513"/>
            <a:ext cx="3040379" cy="4352544"/>
          </a:xfrm>
          <a:noFill/>
        </p:spPr>
      </p:pic>
    </p:spTree>
    <p:extLst>
      <p:ext uri="{BB962C8B-B14F-4D97-AF65-F5344CB8AC3E}">
        <p14:creationId xmlns:p14="http://schemas.microsoft.com/office/powerpoint/2010/main" val="2129010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08208F77-A55A-4B32-A3B6-A4E5287B2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59814"/>
            <a:ext cx="10348146" cy="753172"/>
          </a:xfrm>
        </p:spPr>
        <p:txBody>
          <a:bodyPr rtlCol="0">
            <a:normAutofit fontScale="90000"/>
          </a:bodyPr>
          <a:lstStyle/>
          <a:p>
            <a:r>
              <a:rPr lang="pt-BR" b="0" dirty="0"/>
              <a:t>Diferença entre licença MIT e GPL </a:t>
            </a:r>
            <a:endParaRPr lang="pt-BR" dirty="0"/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2E1FC77F-A906-47E6-8FEE-F2660C93CA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653" y="1719628"/>
            <a:ext cx="3300183" cy="554038"/>
          </a:xfrm>
        </p:spPr>
        <p:txBody>
          <a:bodyPr rtlCol="0"/>
          <a:lstStyle/>
          <a:p>
            <a:pPr rtl="0"/>
            <a:r>
              <a:rPr lang="pt-BR" dirty="0"/>
              <a:t>Licença MIT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254989AE-2F43-40A0-A83E-0C9A654542E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06265" y="2332649"/>
            <a:ext cx="3299434" cy="3529013"/>
          </a:xfrm>
        </p:spPr>
        <p:txBody>
          <a:bodyPr rtlCol="0">
            <a:normAutofit fontScale="92500" lnSpcReduction="20000"/>
          </a:bodyPr>
          <a:lstStyle/>
          <a:p>
            <a:pPr lvl="0"/>
            <a:r>
              <a:rPr lang="pt-BR" dirty="0"/>
              <a:t>Tipo: Permissiva</a:t>
            </a:r>
          </a:p>
          <a:p>
            <a:pPr lvl="0"/>
            <a:r>
              <a:rPr lang="pt-BR" dirty="0"/>
              <a:t> Uso comercial: Permitido sem restrições;</a:t>
            </a:r>
          </a:p>
          <a:p>
            <a:pPr lvl="0"/>
            <a:r>
              <a:rPr lang="pt-BR" dirty="0"/>
              <a:t> Distribuição de código: Não exige que o código-fonte seja disponibilizado.</a:t>
            </a:r>
          </a:p>
          <a:p>
            <a:pPr lvl="0"/>
            <a:r>
              <a:rPr lang="pt-BR" dirty="0"/>
              <a:t>Compatibilidade com software proprietário: Pode ser incorporada em software fechado.</a:t>
            </a:r>
          </a:p>
          <a:p>
            <a:pPr lvl="0"/>
            <a:r>
              <a:rPr lang="pt-BR" dirty="0"/>
              <a:t>Simplicidade: Curta, direta e fácil de entender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EAC31FAC-047A-4A04-8E05-FADE2E5AB12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29261" y="1719628"/>
            <a:ext cx="3300183" cy="554038"/>
          </a:xfrm>
        </p:spPr>
        <p:txBody>
          <a:bodyPr rtlCol="0"/>
          <a:lstStyle/>
          <a:p>
            <a:pPr rtl="0"/>
            <a:r>
              <a:rPr lang="pt-BR" dirty="0"/>
              <a:t>Licença GPL</a:t>
            </a: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94ACD746-D20C-4EAB-8816-514B0F560B7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29873" y="2332649"/>
            <a:ext cx="3299434" cy="3529013"/>
          </a:xfrm>
        </p:spPr>
        <p:txBody>
          <a:bodyPr rtlCol="0">
            <a:normAutofit fontScale="85000" lnSpcReduction="20000"/>
          </a:bodyPr>
          <a:lstStyle/>
          <a:p>
            <a:r>
              <a:rPr lang="pt-BR" dirty="0"/>
              <a:t>Tipo: </a:t>
            </a:r>
            <a:r>
              <a:rPr lang="pt-BR" dirty="0" err="1"/>
              <a:t>Copyleft</a:t>
            </a:r>
            <a:r>
              <a:rPr lang="pt-BR" dirty="0"/>
              <a:t> (restritiva).</a:t>
            </a:r>
          </a:p>
          <a:p>
            <a:r>
              <a:rPr lang="pt-BR" dirty="0"/>
              <a:t>Uso comercial: Permitido, mas com obrigações legais.</a:t>
            </a:r>
          </a:p>
          <a:p>
            <a:r>
              <a:rPr lang="pt-BR" dirty="0"/>
              <a:t>Distribuição de código: Exige que o código-fonte seja disponibilizado ao distribuir o software.</a:t>
            </a:r>
          </a:p>
          <a:p>
            <a:r>
              <a:rPr lang="pt-BR" dirty="0"/>
              <a:t>Compatibilidade com software proprietário: Não pode ser incorporada em software fechado sem liberar o código;</a:t>
            </a:r>
          </a:p>
          <a:p>
            <a:r>
              <a:rPr lang="pt-BR" dirty="0"/>
              <a:t>Simplicidade: Mais longa e complexa que a MIT.</a:t>
            </a:r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277DD16F-F9F8-4078-B3DF-99CCF26D707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053617" y="1719628"/>
            <a:ext cx="3300183" cy="554038"/>
          </a:xfrm>
        </p:spPr>
        <p:txBody>
          <a:bodyPr rtlCol="0">
            <a:normAutofit fontScale="62500" lnSpcReduction="20000"/>
          </a:bodyPr>
          <a:lstStyle/>
          <a:p>
            <a:r>
              <a:rPr lang="pt-BR" dirty="0"/>
              <a:t>Como afeta o uso de código em projetos comerciais?</a:t>
            </a:r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820C3A29-BA90-4151-BE9F-4FBCED1812F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054229" y="2332649"/>
            <a:ext cx="3299434" cy="3529013"/>
          </a:xfrm>
        </p:spPr>
        <p:txBody>
          <a:bodyPr rtlCol="0"/>
          <a:lstStyle/>
          <a:p>
            <a:pPr marL="0" indent="0">
              <a:buNone/>
            </a:pPr>
            <a:endParaRPr lang="pt-BR" dirty="0"/>
          </a:p>
          <a:p>
            <a:r>
              <a:rPr lang="pt-BR" dirty="0"/>
              <a:t>Quer liberdade para usar e fechar o código? Vá de MIT.</a:t>
            </a:r>
          </a:p>
          <a:p>
            <a:r>
              <a:rPr lang="pt-BR" dirty="0"/>
              <a:t> Quer garantir que o código e suas derivações permaneçam livres? Use GPL.</a:t>
            </a:r>
          </a:p>
        </p:txBody>
      </p:sp>
      <p:sp>
        <p:nvSpPr>
          <p:cNvPr id="29" name="Espaço Reservado para o Número do Slide 7">
            <a:extLst>
              <a:ext uri="{FF2B5EF4-FFF2-40B4-BE49-F238E27FC236}">
                <a16:creationId xmlns:a16="http://schemas.microsoft.com/office/drawing/2014/main" id="{F2638129-EB98-47AD-A8CF-7F25F7D2E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24600"/>
            <a:ext cx="2743200" cy="365125"/>
          </a:xfrm>
        </p:spPr>
        <p:txBody>
          <a:bodyPr rtlCol="0"/>
          <a:lstStyle/>
          <a:p>
            <a:pPr lvl="0" rtl="0"/>
            <a:fld id="{73B850FF-6169-4056-8077-06FFA93A5366}" type="slidenum">
              <a:rPr lang="pt-BR" smtClean="0"/>
              <a:pPr lvl="0" rtl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0636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26D49-64D7-4852-0E65-6173D37DA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839D41DA-BA43-573F-CB0C-054C4A47B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046" y="361459"/>
            <a:ext cx="10348146" cy="1159814"/>
          </a:xfrm>
        </p:spPr>
        <p:txBody>
          <a:bodyPr rtlCol="0">
            <a:normAutofit fontScale="90000"/>
          </a:bodyPr>
          <a:lstStyle/>
          <a:p>
            <a:r>
              <a:rPr lang="pt-BR" b="0" dirty="0"/>
              <a:t>Quais os riscos sociais do uso de IA em decisões judiciais? </a:t>
            </a:r>
            <a:endParaRPr lang="pt-BR" dirty="0"/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9DC00515-28B7-884A-FC05-E04DB09B683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793478"/>
            <a:ext cx="6731722" cy="3991951"/>
          </a:xfrm>
        </p:spPr>
        <p:txBody>
          <a:bodyPr rtlCol="0">
            <a:normAutofit fontScale="62500" lnSpcReduction="20000"/>
          </a:bodyPr>
          <a:lstStyle/>
          <a:p>
            <a:pPr marL="0" indent="0">
              <a:buNone/>
            </a:pPr>
            <a:endParaRPr lang="pt-BR" sz="6400" dirty="0"/>
          </a:p>
          <a:p>
            <a:r>
              <a:rPr lang="pt-BR" sz="3300" b="1" dirty="0"/>
              <a:t>Reprodução de preconceitos e discriminação.</a:t>
            </a:r>
          </a:p>
          <a:p>
            <a:r>
              <a:rPr lang="pt-BR" sz="3300" b="1" dirty="0"/>
              <a:t> Falta de transparência e explicabilidade:</a:t>
            </a:r>
            <a:r>
              <a:rPr lang="pt-BR" sz="3600" dirty="0"/>
              <a:t> </a:t>
            </a:r>
            <a:r>
              <a:rPr lang="pt-BR" sz="2900" dirty="0"/>
              <a:t>Algoritmos nem sempre explicam como chegam a uma decisão, o que pode comprometer o princípio da motivação das decisões judiciais.</a:t>
            </a:r>
          </a:p>
          <a:p>
            <a:r>
              <a:rPr lang="pt-BR" sz="3300" b="1" dirty="0"/>
              <a:t>Desumanização da justiça:</a:t>
            </a:r>
            <a:r>
              <a:rPr lang="pt-BR" sz="2900" b="1" dirty="0"/>
              <a:t> </a:t>
            </a:r>
            <a:r>
              <a:rPr lang="pt-BR" sz="2900" dirty="0"/>
              <a:t>A substituição de análise humana por decisões automatizadas pode ignorar nuances emocionais, contextuais e sociais dos casos.</a:t>
            </a:r>
          </a:p>
          <a:p>
            <a:r>
              <a:rPr lang="pt-BR" sz="3300" b="1" dirty="0"/>
              <a:t>Erros processuais e decisões sem fundamento.</a:t>
            </a: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271B6924-3758-E7C0-9F73-2D816350253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461768" y="2256416"/>
            <a:ext cx="4572916" cy="3529013"/>
          </a:xfrm>
        </p:spPr>
        <p:txBody>
          <a:bodyPr rtlCol="0">
            <a:normAutofit lnSpcReduction="10000"/>
          </a:bodyPr>
          <a:lstStyle/>
          <a:p>
            <a:r>
              <a:rPr lang="pt-BR" dirty="0"/>
              <a:t>Caso da “juíza inexistente” em SC : Uma advogada usou IA para redigir uma petição trabalhista que citava decisões e nomes de magistrados fictícios. O processo foi extinto sem julgamento do mérito, e a trabalhadora foi multada.</a:t>
            </a:r>
          </a:p>
          <a:p>
            <a:r>
              <a:rPr lang="pt-BR" dirty="0"/>
              <a:t>Advogados advertidos por uso abusivo de IA: Profissionais foram advertidos em tribunais brasileiros por usarem petições com trechos gerados por IA sem revisão.</a:t>
            </a:r>
          </a:p>
          <a:p>
            <a:endParaRPr lang="pt-BR" dirty="0"/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8A705C7C-DE39-2D8F-A0CA-7A2D789FB6D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053617" y="1719628"/>
            <a:ext cx="3300183" cy="554038"/>
          </a:xfrm>
        </p:spPr>
        <p:txBody>
          <a:bodyPr rtlCol="0">
            <a:normAutofit fontScale="85000" lnSpcReduction="10000"/>
          </a:bodyPr>
          <a:lstStyle/>
          <a:p>
            <a:r>
              <a:rPr lang="pt-BR" dirty="0"/>
              <a:t>Exemplos reais no Brasil</a:t>
            </a:r>
          </a:p>
        </p:txBody>
      </p:sp>
      <p:sp>
        <p:nvSpPr>
          <p:cNvPr id="29" name="Espaço Reservado para o Número do Slide 7">
            <a:extLst>
              <a:ext uri="{FF2B5EF4-FFF2-40B4-BE49-F238E27FC236}">
                <a16:creationId xmlns:a16="http://schemas.microsoft.com/office/drawing/2014/main" id="{084D092E-0A99-AE45-ED79-6A4E8608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24600"/>
            <a:ext cx="2743200" cy="365125"/>
          </a:xfrm>
        </p:spPr>
        <p:txBody>
          <a:bodyPr rtlCol="0"/>
          <a:lstStyle/>
          <a:p>
            <a:pPr lvl="0" rtl="0"/>
            <a:fld id="{73B850FF-6169-4056-8077-06FFA93A5366}" type="slidenum">
              <a:rPr lang="pt-BR" smtClean="0"/>
              <a:pPr lvl="0" rtl="0"/>
              <a:t>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54004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AF0F5A61-1D24-4EDB-9923-7F46ECB49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pt-BR" dirty="0"/>
              <a:t>Fontes Consultadas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A94C4641-CC77-403F-8882-BCCBDA89C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lvl="0" rtl="0"/>
            <a:fld id="{73B850FF-6169-4056-8077-06FFA93A5366}" type="slidenum">
              <a:rPr lang="pt-BR" smtClean="0"/>
              <a:pPr lvl="0" rtl="0"/>
              <a:t>9</a:t>
            </a:fld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6901BAB-EB38-F3CC-05C4-26DE2CD15624}"/>
              </a:ext>
            </a:extLst>
          </p:cNvPr>
          <p:cNvSpPr txBox="1"/>
          <p:nvPr/>
        </p:nvSpPr>
        <p:spPr>
          <a:xfrm>
            <a:off x="737419" y="2585884"/>
            <a:ext cx="840658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pt-BR" sz="1800" dirty="0"/>
              <a:t>Para a elaboração deste trabalho, foram utilizadas as seguintes fontes de pesquisa:</a:t>
            </a:r>
          </a:p>
          <a:p>
            <a:pPr>
              <a:lnSpc>
                <a:spcPct val="100000"/>
              </a:lnSpc>
            </a:pPr>
            <a:endParaRPr lang="pt-BR" sz="1800" dirty="0"/>
          </a:p>
          <a:p>
            <a:pPr>
              <a:lnSpc>
                <a:spcPct val="100000"/>
              </a:lnSpc>
            </a:pPr>
            <a:r>
              <a:rPr lang="pt-BR" dirty="0">
                <a:hlinkClick r:id="rId3"/>
              </a:rPr>
              <a:t>https://www.cartacapital.com.br/mundo/ha-10-anos-edward-snowden-revelou-um-mundo-sitiado-pela-espionagem-americana/</a:t>
            </a:r>
            <a:endParaRPr lang="pt-BR" dirty="0"/>
          </a:p>
          <a:p>
            <a:pPr>
              <a:lnSpc>
                <a:spcPct val="100000"/>
              </a:lnSpc>
            </a:pPr>
            <a:r>
              <a:rPr lang="pt-BR" dirty="0">
                <a:hlinkClick r:id="rId4"/>
              </a:rPr>
              <a:t>https://www.adorocinema.com/filmes/filme-229359/criticas-adorocinema/</a:t>
            </a:r>
            <a:endParaRPr lang="pt-BR" dirty="0"/>
          </a:p>
          <a:p>
            <a:pPr>
              <a:lnSpc>
                <a:spcPct val="100000"/>
              </a:lnSpc>
            </a:pPr>
            <a:r>
              <a:rPr lang="pt-BR" dirty="0"/>
              <a:t>https://ip.rec.br/blog/10-anos-do-caso-edward-snowden-o-que-mudou-desde-entao/</a:t>
            </a:r>
          </a:p>
          <a:p>
            <a:pPr>
              <a:lnSpc>
                <a:spcPct val="100000"/>
              </a:lnSpc>
            </a:pPr>
            <a:endParaRPr lang="pt-BR" sz="1800" dirty="0"/>
          </a:p>
          <a:p>
            <a:pPr>
              <a:lnSpc>
                <a:spcPct val="100000"/>
              </a:lnSpc>
            </a:pPr>
            <a:r>
              <a:rPr lang="pt-BR" sz="1800" dirty="0"/>
              <a:t>Microsoft </a:t>
            </a:r>
            <a:r>
              <a:rPr lang="pt-BR" sz="1800" dirty="0" err="1"/>
              <a:t>Copilot</a:t>
            </a:r>
            <a:r>
              <a:rPr lang="pt-BR" sz="1800" dirty="0"/>
              <a:t> – Assistente de pesquisa e análise para apoio na construção dos tópicos jurídicos e éticos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373105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600C4FDB-0CD0-4A24-86DA-1A1D1D16A2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0600" y="1066800"/>
            <a:ext cx="4749276" cy="2592425"/>
          </a:xfrm>
        </p:spPr>
        <p:txBody>
          <a:bodyPr rtlCol="0"/>
          <a:lstStyle/>
          <a:p>
            <a:pPr rtl="0"/>
            <a:r>
              <a:rPr lang="pt-BR" dirty="0"/>
              <a:t>Obrigado</a:t>
            </a:r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DA8E3932-CA6C-420E-9ABA-34B69620C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0599" y="3856314"/>
            <a:ext cx="4749275" cy="1858686"/>
          </a:xfrm>
        </p:spPr>
        <p:txBody>
          <a:bodyPr rtlCol="0">
            <a:normAutofit fontScale="62500" lnSpcReduction="20000"/>
          </a:bodyPr>
          <a:lstStyle/>
          <a:p>
            <a:pPr rtl="0"/>
            <a:r>
              <a:rPr lang="pt-BR" dirty="0" err="1"/>
              <a:t>Brenon</a:t>
            </a:r>
            <a:r>
              <a:rPr lang="pt-BR" dirty="0"/>
              <a:t> Rodrigo</a:t>
            </a:r>
          </a:p>
          <a:p>
            <a:pPr rtl="0"/>
            <a:r>
              <a:rPr lang="pt-BR" dirty="0"/>
              <a:t>George Santos </a:t>
            </a:r>
          </a:p>
          <a:p>
            <a:pPr rtl="0"/>
            <a:r>
              <a:rPr lang="pt-BR" dirty="0"/>
              <a:t>Luana Vitória </a:t>
            </a:r>
          </a:p>
          <a:p>
            <a:pPr rtl="0"/>
            <a:r>
              <a:rPr lang="pt-BR" dirty="0"/>
              <a:t>Paola Victoria</a:t>
            </a:r>
          </a:p>
          <a:p>
            <a:pPr rtl="0"/>
            <a:r>
              <a:rPr lang="pt-BR" dirty="0"/>
              <a:t>Uriel Oliveira</a:t>
            </a:r>
          </a:p>
        </p:txBody>
      </p:sp>
      <p:sp>
        <p:nvSpPr>
          <p:cNvPr id="28" name="Espaço Reservado para o Número do Slide 27">
            <a:extLst>
              <a:ext uri="{FF2B5EF4-FFF2-40B4-BE49-F238E27FC236}">
                <a16:creationId xmlns:a16="http://schemas.microsoft.com/office/drawing/2014/main" id="{96E5A4EB-E183-4EF0-8266-412826ACB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8400" y="6327648"/>
            <a:ext cx="1295400" cy="365125"/>
          </a:xfrm>
        </p:spPr>
        <p:txBody>
          <a:bodyPr rtlCol="0"/>
          <a:lstStyle/>
          <a:p>
            <a:pPr lvl="0" rtl="0"/>
            <a:fld id="{73B850FF-6169-4056-8077-06FFA93A5366}" type="slidenum">
              <a:rPr lang="pt-BR" smtClean="0"/>
              <a:pPr lvl="0" rtl="0"/>
              <a:t>10</a:t>
            </a:fld>
            <a:endParaRPr lang="pt-BR"/>
          </a:p>
        </p:txBody>
      </p:sp>
      <p:pic>
        <p:nvPicPr>
          <p:cNvPr id="13" name="Espaço Reservado para Imagem 12" descr="Uma imagem contendo pessoa, homem, segurando, natação&#10;&#10;O conteúdo gerado por IA pode estar incorreto.">
            <a:extLst>
              <a:ext uri="{FF2B5EF4-FFF2-40B4-BE49-F238E27FC236}">
                <a16:creationId xmlns:a16="http://schemas.microsoft.com/office/drawing/2014/main" id="{C21CCDA6-3BAE-9798-98EA-82552F4D0BB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4602" r="14602"/>
          <a:stretch>
            <a:fillRect/>
          </a:stretch>
        </p:blipFill>
        <p:spPr/>
      </p:pic>
      <p:pic>
        <p:nvPicPr>
          <p:cNvPr id="17" name="Espaço Reservado para Imagem 16" descr="Uma imagem contendo objeto, luz&#10;&#10;O conteúdo gerado por IA pode estar incorreto.">
            <a:extLst>
              <a:ext uri="{FF2B5EF4-FFF2-40B4-BE49-F238E27FC236}">
                <a16:creationId xmlns:a16="http://schemas.microsoft.com/office/drawing/2014/main" id="{9C7F0A52-7C60-62BD-9646-FF3D21920DC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/>
          <a:srcRect l="14653" r="14653"/>
          <a:stretch>
            <a:fillRect/>
          </a:stretch>
        </p:blipFill>
        <p:spPr/>
      </p:pic>
      <p:pic>
        <p:nvPicPr>
          <p:cNvPr id="30" name="Espaço Reservado para Imagem 29" descr="Diagrama&#10;&#10;O conteúdo gerado por IA pode estar incorreto.">
            <a:extLst>
              <a:ext uri="{FF2B5EF4-FFF2-40B4-BE49-F238E27FC236}">
                <a16:creationId xmlns:a16="http://schemas.microsoft.com/office/drawing/2014/main" id="{3C31B769-D097-5F25-F46D-9AF97A1016D1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5"/>
          <a:srcRect t="3065" b="3065"/>
          <a:stretch>
            <a:fillRect/>
          </a:stretch>
        </p:blipFill>
        <p:spPr/>
      </p:pic>
      <p:pic>
        <p:nvPicPr>
          <p:cNvPr id="5" name="Espaço Reservado para Imagem 4" descr="Circuito eletrônico com fios&#10;&#10;O conteúdo gerado por IA pode estar incorreto.">
            <a:extLst>
              <a:ext uri="{FF2B5EF4-FFF2-40B4-BE49-F238E27FC236}">
                <a16:creationId xmlns:a16="http://schemas.microsoft.com/office/drawing/2014/main" id="{7B2C04C2-D272-AE85-BB6A-B9D6901897E3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6"/>
          <a:srcRect l="16776" r="1677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304280186"/>
      </p:ext>
    </p:extLst>
  </p:cSld>
  <p:clrMapOvr>
    <a:masterClrMapping/>
  </p:clrMapOvr>
</p:sld>
</file>

<file path=ppt/theme/theme1.xml><?xml version="1.0" encoding="utf-8"?>
<a:theme xmlns:a="http://schemas.openxmlformats.org/drawingml/2006/main" name="BlockprintVTI">
  <a:themeElements>
    <a:clrScheme name="Custom 69">
      <a:dk1>
        <a:sysClr val="windowText" lastClr="000000"/>
      </a:dk1>
      <a:lt1>
        <a:sysClr val="window" lastClr="FFFFFF"/>
      </a:lt1>
      <a:dk2>
        <a:srgbClr val="44131A"/>
      </a:dk2>
      <a:lt2>
        <a:srgbClr val="F2ECEA"/>
      </a:lt2>
      <a:accent1>
        <a:srgbClr val="A62C52"/>
      </a:accent1>
      <a:accent2>
        <a:srgbClr val="A7928D"/>
      </a:accent2>
      <a:accent3>
        <a:srgbClr val="307C71"/>
      </a:accent3>
      <a:accent4>
        <a:srgbClr val="41575D"/>
      </a:accent4>
      <a:accent5>
        <a:srgbClr val="8FA3A3"/>
      </a:accent5>
      <a:accent6>
        <a:srgbClr val="CA8370"/>
      </a:accent6>
      <a:hlink>
        <a:srgbClr val="D13D6E"/>
      </a:hlink>
      <a:folHlink>
        <a:srgbClr val="6C9D92"/>
      </a:folHlink>
    </a:clrScheme>
    <a:fontScheme name="Custom 56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2848057_TF11507366_Win32" id="{4D2C8543-4711-4EE5-91BB-D4ACF951A129}" vid="{C407575C-2FA3-4E4A-B604-88774F61EB13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D0DF15B-6C3C-4D75-B10D-16EE1DCCB68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9A578DBA-2233-4100-A154-9B2EE99CB79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66CE74E-0E49-4DCF-8160-81B293B5DD1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Design de blockprint</Template>
  <TotalTime>2063</TotalTime>
  <Words>651</Words>
  <Application>Microsoft Office PowerPoint</Application>
  <PresentationFormat>Widescreen</PresentationFormat>
  <Paragraphs>87</Paragraphs>
  <Slides>10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8" baseType="lpstr">
      <vt:lpstr>Arial</vt:lpstr>
      <vt:lpstr>Avenir Next LT Pro</vt:lpstr>
      <vt:lpstr>AvenirNext LT Pro Medium</vt:lpstr>
      <vt:lpstr>Calibri</vt:lpstr>
      <vt:lpstr>Posterama</vt:lpstr>
      <vt:lpstr>Segoe UI Semilight</vt:lpstr>
      <vt:lpstr>Wingdings</vt:lpstr>
      <vt:lpstr>BlockprintVTI</vt:lpstr>
      <vt:lpstr>Arquivo 3 : O Vazamento Exposto 3.3 LGPD e  Privacidade  </vt:lpstr>
      <vt:lpstr>Sinopse</vt:lpstr>
      <vt:lpstr>Princípios Éticos Violados no caso (Governo): </vt:lpstr>
      <vt:lpstr>Princípios Éticos Violados no caso (Snowden): </vt:lpstr>
      <vt:lpstr>Explorando conceitos jurídicos e éticos aplicáveis</vt:lpstr>
      <vt:lpstr> Filme Sugerido: Snowden - Herói ou Traidor </vt:lpstr>
      <vt:lpstr>Diferença entre licença MIT e GPL </vt:lpstr>
      <vt:lpstr>Quais os riscos sociais do uso de IA em decisões judiciais? </vt:lpstr>
      <vt:lpstr>Fontes Consultadas</vt:lpstr>
      <vt:lpstr>Obrigado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Luana vitória</dc:creator>
  <cp:lastModifiedBy>Luana vitória</cp:lastModifiedBy>
  <cp:revision>2</cp:revision>
  <dcterms:created xsi:type="dcterms:W3CDTF">2025-10-27T17:02:34Z</dcterms:created>
  <dcterms:modified xsi:type="dcterms:W3CDTF">2025-11-03T22:27:16Z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